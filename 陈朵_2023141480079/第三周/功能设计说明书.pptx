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handoutMasterIdLst>
    <p:handoutMasterId r:id="rId22"/>
  </p:handoutMasterIdLst>
  <p:sldIdLst>
    <p:sldId id="706" r:id="rId3"/>
    <p:sldId id="802" r:id="rId4"/>
    <p:sldId id="814" r:id="rId5"/>
    <p:sldId id="811" r:id="rId6"/>
    <p:sldId id="828" r:id="rId7"/>
    <p:sldId id="805" r:id="rId8"/>
    <p:sldId id="818" r:id="rId10"/>
    <p:sldId id="820" r:id="rId11"/>
    <p:sldId id="798" r:id="rId12"/>
    <p:sldId id="816" r:id="rId13"/>
    <p:sldId id="812" r:id="rId14"/>
    <p:sldId id="817" r:id="rId15"/>
    <p:sldId id="823" r:id="rId16"/>
    <p:sldId id="824" r:id="rId17"/>
    <p:sldId id="827" r:id="rId18"/>
    <p:sldId id="799" r:id="rId19"/>
    <p:sldId id="822" r:id="rId20"/>
    <p:sldId id="761" r:id="rId21"/>
  </p:sldIdLst>
  <p:sldSz cx="12195175" cy="6859270"/>
  <p:notesSz cx="6858000" cy="9144000"/>
  <p:custDataLst>
    <p:tags r:id="rId26"/>
  </p:custDataLst>
  <p:defaultTextStyle>
    <a:defPPr>
      <a:defRPr lang="zh-CN"/>
    </a:defPPr>
    <a:lvl1pPr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1pPr>
    <a:lvl2pPr marL="555625" indent="-98425"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2pPr>
    <a:lvl3pPr marL="1113155" indent="-198755"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3pPr>
    <a:lvl4pPr marL="1670050" indent="-298450"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4pPr>
    <a:lvl5pPr marL="2227580" indent="-398780"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884" userDrawn="1">
          <p15:clr>
            <a:srgbClr val="A4A3A4"/>
          </p15:clr>
        </p15:guide>
        <p15:guide id="2"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0000"/>
    <a:srgbClr val="E54E4B"/>
    <a:srgbClr val="FF8490"/>
    <a:srgbClr val="B08D8D"/>
    <a:srgbClr val="AE1600"/>
    <a:srgbClr val="F21D00"/>
    <a:srgbClr val="FF0D0D"/>
    <a:srgbClr val="FF2929"/>
    <a:srgbClr val="FF2305"/>
    <a:srgbClr val="DE1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91" autoAdjust="0"/>
    <p:restoredTop sz="86701" autoAdjust="0"/>
  </p:normalViewPr>
  <p:slideViewPr>
    <p:cSldViewPr showGuides="1">
      <p:cViewPr varScale="1">
        <p:scale>
          <a:sx n="51" d="100"/>
          <a:sy n="51" d="100"/>
        </p:scale>
        <p:origin x="68" y="668"/>
      </p:cViewPr>
      <p:guideLst>
        <p:guide orient="horz" pos="3884"/>
        <p:guide pos="3864"/>
      </p:guideLst>
    </p:cSldViewPr>
  </p:slideViewPr>
  <p:notesTextViewPr>
    <p:cViewPr>
      <p:scale>
        <a:sx n="75" d="100"/>
        <a:sy n="75" d="100"/>
      </p:scale>
      <p:origin x="0" y="0"/>
    </p:cViewPr>
  </p:notesTextViewPr>
  <p:sorterViewPr>
    <p:cViewPr>
      <p:scale>
        <a:sx n="66" d="100"/>
        <a:sy n="66" d="100"/>
      </p:scale>
      <p:origin x="0" y="0"/>
    </p:cViewPr>
  </p:sorterViewPr>
  <p:notesViewPr>
    <p:cSldViewPr snapToGrid="0" snapToObjects="1">
      <p:cViewPr varScale="1">
        <p:scale>
          <a:sx n="94" d="100"/>
          <a:sy n="94" d="100"/>
        </p:scale>
        <p:origin x="3568" y="184"/>
      </p:cViewPr>
      <p:guideLst>
        <p:guide orient="horz" pos="2880"/>
        <p:guide pos="2172"/>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gs" Target="tags/tag18.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9F92240-AAD8-8A40-B472-4B2BB0E3C869}"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AC3428E-1752-044E-8E84-1206952236C4}"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1113790"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defTabSz="1113790" eaLnBrk="1" fontAlgn="auto" hangingPunct="1">
              <a:spcBef>
                <a:spcPts val="0"/>
              </a:spcBef>
              <a:spcAft>
                <a:spcPts val="0"/>
              </a:spcAft>
              <a:defRPr sz="1200">
                <a:latin typeface="+mn-lt"/>
                <a:ea typeface="+mn-ea"/>
              </a:defRPr>
            </a:lvl1pPr>
          </a:lstStyle>
          <a:p>
            <a:pPr>
              <a:defRPr/>
            </a:pPr>
            <a:fld id="{AA96FE60-AC88-4099-828E-6EAB92C99598}"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defTabSz="1113790"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ea typeface="宋体" panose="02010600030101010101" pitchFamily="2" charset="-122"/>
              </a:defRPr>
            </a:lvl1pPr>
          </a:lstStyle>
          <a:p>
            <a:pPr>
              <a:defRPr/>
            </a:pPr>
            <a:fld id="{8174F2B2-5209-471A-A08A-9815279348B7}"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914641" y="2130922"/>
            <a:ext cx="10365898" cy="1470365"/>
          </a:xfrm>
        </p:spPr>
        <p:txBody>
          <a:bodyPr/>
          <a:lstStyle>
            <a:lvl1pPr>
              <a:defRPr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击此处编辑母版标题样式</a:t>
            </a:r>
            <a:endParaRPr lang="zh-CN" altLang="en-US" dirty="0"/>
          </a:p>
        </p:txBody>
      </p:sp>
      <p:pic>
        <p:nvPicPr>
          <p:cNvPr id="4" name="Picture 2"/>
          <p:cNvPicPr>
            <a:picLocks noChangeAspect="1" noChangeArrowheads="1"/>
          </p:cNvPicPr>
          <p:nvPr userDrawn="1"/>
        </p:nvPicPr>
        <p:blipFill>
          <a:blip r:embed="rId2"/>
          <a:srcRect l="24357" t="22404" r="9236" b="26901"/>
          <a:stretch>
            <a:fillRect/>
          </a:stretch>
        </p:blipFill>
        <p:spPr bwMode="auto">
          <a:xfrm>
            <a:off x="-22989" y="-674662"/>
            <a:ext cx="12241256" cy="5544616"/>
          </a:xfrm>
          <a:prstGeom prst="rect">
            <a:avLst/>
          </a:prstGeom>
          <a:ln>
            <a:noFill/>
          </a:ln>
          <a:effectLst>
            <a:outerShdw blurRad="292100" dist="139700" dir="2700000" algn="tl" rotWithShape="0">
              <a:srgbClr val="333333">
                <a:alpha val="65000"/>
              </a:srgbClr>
            </a:outerShdw>
          </a:effectLst>
        </p:spPr>
      </p:pic>
      <p:pic>
        <p:nvPicPr>
          <p:cNvPr id="7" name="图片 6"/>
          <p:cNvPicPr>
            <a:picLocks noChangeAspect="1"/>
          </p:cNvPicPr>
          <p:nvPr userDrawn="1"/>
        </p:nvPicPr>
        <p:blipFill>
          <a:blip r:embed="rId3"/>
          <a:stretch>
            <a:fillRect/>
          </a:stretch>
        </p:blipFill>
        <p:spPr>
          <a:xfrm>
            <a:off x="35370" y="5662042"/>
            <a:ext cx="12159806" cy="1080120"/>
          </a:xfrm>
          <a:prstGeom prst="rect">
            <a:avLst/>
          </a:prstGeom>
        </p:spPr>
      </p:pic>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36948" y="802071"/>
            <a:ext cx="7056784" cy="611034"/>
          </a:xfrm>
        </p:spPr>
        <p:txBody>
          <a:bodyPr>
            <a:noAutofit/>
          </a:bodyPr>
          <a:lstStyle>
            <a:lvl1pPr algn="l">
              <a:defRPr sz="3600" b="1" u="none">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36949" y="1557586"/>
            <a:ext cx="11593286" cy="4714478"/>
          </a:xfrm>
        </p:spPr>
        <p:txBody>
          <a:bodyPr>
            <a:normAutofit/>
          </a:bodyPr>
          <a:lstStyle>
            <a:lvl1pPr>
              <a:defRPr sz="2200">
                <a:solidFill>
                  <a:schemeClr val="tx1"/>
                </a:solidFill>
                <a:latin typeface="微软雅黑" panose="020B0503020204020204" pitchFamily="34" charset="-122"/>
                <a:ea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defRPr>
            </a:lvl2pPr>
            <a:lvl3pPr>
              <a:defRPr sz="2200">
                <a:solidFill>
                  <a:schemeClr val="tx1"/>
                </a:solidFill>
                <a:latin typeface="微软雅黑" panose="020B0503020204020204" pitchFamily="34" charset="-122"/>
                <a:ea typeface="微软雅黑" panose="020B0503020204020204" pitchFamily="34" charset="-122"/>
              </a:defRPr>
            </a:lvl3pPr>
            <a:lvl4pPr marL="1671320" marR="0" indent="0" algn="l" defTabSz="1112520" rtl="0" eaLnBrk="0" fontAlgn="base" latinLnBrk="0" hangingPunct="0">
              <a:lnSpc>
                <a:spcPct val="100000"/>
              </a:lnSpc>
              <a:spcBef>
                <a:spcPct val="20000"/>
              </a:spcBef>
              <a:spcAft>
                <a:spcPct val="0"/>
              </a:spcAft>
              <a:buClrTx/>
              <a:buSzTx/>
              <a:buFont typeface="Arial" panose="020B0604020202020204" pitchFamily="34" charset="0"/>
              <a:buNone/>
              <a:defRPr sz="2200">
                <a:solidFill>
                  <a:schemeClr val="tx1"/>
                </a:solidFill>
                <a:latin typeface="微软雅黑" panose="020B0503020204020204" pitchFamily="34" charset="-122"/>
                <a:ea typeface="微软雅黑" panose="020B0503020204020204" pitchFamily="34" charset="-122"/>
              </a:defRPr>
            </a:lvl4pPr>
            <a:lvl5pPr>
              <a:defRPr sz="2200">
                <a:solidFill>
                  <a:schemeClr val="bg1"/>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en-US" altLang="zh-CN" dirty="0"/>
              <a:t>From KPI to ROI </a:t>
            </a:r>
            <a:endParaRPr lang="en-US" altLang="zh-CN" dirty="0"/>
          </a:p>
          <a:p>
            <a:pPr lvl="3"/>
            <a:endParaRPr lang="zh-CN" altLang="en-US" dirty="0"/>
          </a:p>
        </p:txBody>
      </p:sp>
      <p:pic>
        <p:nvPicPr>
          <p:cNvPr id="38913" name="Picture 1"/>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 y="0"/>
            <a:ext cx="12218268" cy="798230"/>
          </a:xfrm>
          <a:prstGeom prst="rect">
            <a:avLst/>
          </a:prstGeom>
          <a:noFill/>
          <a:ln w="9525">
            <a:noFill/>
            <a:miter lim="800000"/>
            <a:headEnd/>
            <a:tailEnd/>
          </a:ln>
          <a:effectLst/>
        </p:spPr>
      </p:pic>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5" name="文本框 7"/>
          <p:cNvSpPr txBox="1"/>
          <p:nvPr userDrawn="1"/>
        </p:nvSpPr>
        <p:spPr bwMode="auto">
          <a:xfrm>
            <a:off x="2065139" y="119167"/>
            <a:ext cx="7560840" cy="646331"/>
          </a:xfrm>
          <a:prstGeom prst="rect">
            <a:avLst/>
          </a:prstGeom>
          <a:noFill/>
          <a:ln w="9525">
            <a:noFill/>
            <a:prstDash val="lgDash"/>
            <a:miter lim="800000"/>
          </a:ln>
          <a:effectLst>
            <a:glow rad="63500">
              <a:schemeClr val="accent1">
                <a:satMod val="175000"/>
                <a:alpha val="40000"/>
              </a:schemeClr>
            </a:glow>
          </a:effectLst>
        </p:spPr>
        <p:txBody>
          <a:bodyPr>
            <a:spAutoFit/>
          </a:bodyPr>
          <a:lstStyle/>
          <a:p>
            <a:pPr algn="ctr">
              <a:defRPr/>
            </a:pPr>
            <a:endParaRPr lang="zh-CN" altLang="en-US" sz="3600" b="1" dirty="0">
              <a:solidFill>
                <a:srgbClr val="00B0F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6" name="标题 1"/>
          <p:cNvSpPr>
            <a:spLocks noGrp="1"/>
          </p:cNvSpPr>
          <p:nvPr>
            <p:ph type="title"/>
          </p:nvPr>
        </p:nvSpPr>
        <p:spPr>
          <a:xfrm>
            <a:off x="336948" y="802071"/>
            <a:ext cx="7056784" cy="611034"/>
          </a:xfrm>
        </p:spPr>
        <p:txBody>
          <a:bodyPr>
            <a:noAutofit/>
          </a:bodyPr>
          <a:lstStyle>
            <a:lvl1pPr algn="l">
              <a:defRPr sz="3600" b="1" u="none">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17" name="内容占位符 2"/>
          <p:cNvSpPr>
            <a:spLocks noGrp="1"/>
          </p:cNvSpPr>
          <p:nvPr>
            <p:ph idx="1"/>
          </p:nvPr>
        </p:nvSpPr>
        <p:spPr>
          <a:xfrm>
            <a:off x="336949" y="1557586"/>
            <a:ext cx="11593286" cy="4714478"/>
          </a:xfrm>
        </p:spPr>
        <p:txBody>
          <a:bodyPr>
            <a:normAutofit/>
          </a:bodyPr>
          <a:lstStyle>
            <a:lvl1pPr>
              <a:defRPr sz="2200">
                <a:solidFill>
                  <a:schemeClr val="tx1"/>
                </a:solidFill>
                <a:latin typeface="微软雅黑" panose="020B0503020204020204" pitchFamily="34" charset="-122"/>
                <a:ea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defRPr>
            </a:lvl2pPr>
            <a:lvl3pPr>
              <a:defRPr sz="2200">
                <a:solidFill>
                  <a:schemeClr val="tx1"/>
                </a:solidFill>
                <a:latin typeface="微软雅黑" panose="020B0503020204020204" pitchFamily="34" charset="-122"/>
                <a:ea typeface="微软雅黑" panose="020B0503020204020204" pitchFamily="34" charset="-122"/>
              </a:defRPr>
            </a:lvl3pPr>
            <a:lvl4pPr marL="1671320" marR="0" indent="0" algn="l" defTabSz="1112520" rtl="0" eaLnBrk="0" fontAlgn="base" latinLnBrk="0" hangingPunct="0">
              <a:lnSpc>
                <a:spcPct val="100000"/>
              </a:lnSpc>
              <a:spcBef>
                <a:spcPct val="20000"/>
              </a:spcBef>
              <a:spcAft>
                <a:spcPct val="0"/>
              </a:spcAft>
              <a:buClrTx/>
              <a:buSzTx/>
              <a:buFont typeface="Arial" panose="020B0604020202020204" pitchFamily="34" charset="0"/>
              <a:buNone/>
              <a:defRPr sz="2200">
                <a:solidFill>
                  <a:schemeClr val="tx1"/>
                </a:solidFill>
                <a:latin typeface="微软雅黑" panose="020B0503020204020204" pitchFamily="34" charset="-122"/>
                <a:ea typeface="微软雅黑" panose="020B0503020204020204" pitchFamily="34" charset="-122"/>
              </a:defRPr>
            </a:lvl4pPr>
            <a:lvl5pPr>
              <a:defRPr sz="2200">
                <a:solidFill>
                  <a:schemeClr val="bg1"/>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en-US" altLang="zh-CN" dirty="0"/>
              <a:t>From KPI to ROI </a:t>
            </a:r>
            <a:endParaRPr lang="en-US" altLang="zh-CN" dirty="0"/>
          </a:p>
          <a:p>
            <a:pPr lvl="3"/>
            <a:endParaRPr lang="zh-CN" altLang="en-US" dirty="0"/>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4" name="文本框 6"/>
          <p:cNvSpPr txBox="1">
            <a:spLocks noChangeArrowheads="1"/>
          </p:cNvSpPr>
          <p:nvPr userDrawn="1"/>
        </p:nvSpPr>
        <p:spPr bwMode="auto">
          <a:xfrm>
            <a:off x="10650538" y="6540500"/>
            <a:ext cx="1558925" cy="338138"/>
          </a:xfrm>
          <a:prstGeom prst="rect">
            <a:avLst/>
          </a:prstGeom>
          <a:noFill/>
          <a:ln>
            <a:noFill/>
          </a:ln>
        </p:spPr>
        <p:txBody>
          <a:bodyPr wrap="none">
            <a:spAutoFit/>
          </a:bodyPr>
          <a:lstStyle>
            <a:lvl1pPr>
              <a:defRPr sz="2200">
                <a:solidFill>
                  <a:schemeClr val="tx1"/>
                </a:solidFill>
                <a:latin typeface="Calibri" panose="020F0502020204030204" pitchFamily="34" charset="0"/>
                <a:ea typeface="宋体" panose="02010600030101010101" pitchFamily="2" charset="-122"/>
              </a:defRPr>
            </a:lvl1pPr>
            <a:lvl2pPr marL="742950" indent="-285750">
              <a:defRPr sz="2200">
                <a:solidFill>
                  <a:schemeClr val="tx1"/>
                </a:solidFill>
                <a:latin typeface="Calibri" panose="020F0502020204030204" pitchFamily="34" charset="0"/>
                <a:ea typeface="宋体" panose="02010600030101010101" pitchFamily="2" charset="-122"/>
              </a:defRPr>
            </a:lvl2pPr>
            <a:lvl3pPr marL="1143000" indent="-228600">
              <a:defRPr sz="2200">
                <a:solidFill>
                  <a:schemeClr val="tx1"/>
                </a:solidFill>
                <a:latin typeface="Calibri" panose="020F0502020204030204" pitchFamily="34" charset="0"/>
                <a:ea typeface="宋体" panose="02010600030101010101" pitchFamily="2" charset="-122"/>
              </a:defRPr>
            </a:lvl3pPr>
            <a:lvl4pPr marL="1600200" indent="-228600">
              <a:defRPr sz="2200">
                <a:solidFill>
                  <a:schemeClr val="tx1"/>
                </a:solidFill>
                <a:latin typeface="Calibri" panose="020F0502020204030204" pitchFamily="34" charset="0"/>
                <a:ea typeface="宋体" panose="02010600030101010101" pitchFamily="2" charset="-122"/>
              </a:defRPr>
            </a:lvl4pPr>
            <a:lvl5pPr marL="2057400" indent="-228600">
              <a:defRPr sz="2200">
                <a:solidFill>
                  <a:schemeClr val="tx1"/>
                </a:solidFill>
                <a:latin typeface="Calibri" panose="020F0502020204030204" pitchFamily="34" charset="0"/>
                <a:ea typeface="宋体" panose="02010600030101010101" pitchFamily="2" charset="-122"/>
              </a:defRPr>
            </a:lvl5pPr>
            <a:lvl6pPr marL="25146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6pPr>
            <a:lvl7pPr marL="29718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7pPr>
            <a:lvl8pPr marL="34290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8pPr>
            <a:lvl9pPr marL="38862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9pPr>
          </a:lstStyle>
          <a:p>
            <a:pPr>
              <a:defRPr/>
            </a:pPr>
            <a:r>
              <a:rPr lang="en-US" altLang="zh-CN" sz="1600">
                <a:solidFill>
                  <a:schemeClr val="bg1"/>
                </a:solidFill>
              </a:rPr>
              <a:t>From KPI To ROI </a:t>
            </a:r>
            <a:endParaRPr lang="en-US" altLang="zh-CN" sz="1600">
              <a:solidFill>
                <a:schemeClr val="bg1"/>
              </a:solidFill>
            </a:endParaRPr>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pPr>
              <a:defRPr/>
            </a:pPr>
            <a:fld id="{E302B5DB-DC4A-471D-8BB5-DE1AA9BABD40}" type="datetimeFigureOut">
              <a:rPr lang="zh-CN" altLang="en-US" smtClean="0"/>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a:defRPr/>
            </a:pPr>
            <a:fld id="{470F5791-85C4-45CA-BC8F-4EAC80EBF0A6}" type="slidenum">
              <a:rPr lang="zh-CN" altLang="en-US" smtClean="0"/>
            </a:fld>
            <a:endParaRPr lang="zh-CN" altLang="en-US"/>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E302B5DB-DC4A-471D-8BB5-DE1AA9BABD40}" type="datetimeFigureOut">
              <a:rPr lang="zh-CN" altLang="en-US"/>
            </a:fld>
            <a:endParaRPr lang="zh-CN" altLang="en-US"/>
          </a:p>
        </p:txBody>
      </p:sp>
      <p:sp>
        <p:nvSpPr>
          <p:cNvPr id="3" name="页脚占位符 2"/>
          <p:cNvSpPr>
            <a:spLocks noGrp="1"/>
          </p:cNvSpPr>
          <p:nvPr>
            <p:ph type="ftr" sz="quarter" idx="11"/>
          </p:nvPr>
        </p:nvSpPr>
        <p:spPr/>
        <p:txBody>
          <a:bodyPr/>
          <a:lstStyle/>
          <a:p>
            <a:pPr>
              <a:defRPr/>
            </a:pPr>
            <a:endParaRPr lang="zh-CN" altLang="en-US"/>
          </a:p>
        </p:txBody>
      </p:sp>
      <p:sp>
        <p:nvSpPr>
          <p:cNvPr id="4" name="灯片编号占位符 3"/>
          <p:cNvSpPr>
            <a:spLocks noGrp="1"/>
          </p:cNvSpPr>
          <p:nvPr>
            <p:ph type="sldNum" sz="quarter" idx="12"/>
          </p:nvPr>
        </p:nvSpPr>
        <p:spPr/>
        <p:txBody>
          <a:bodyPr/>
          <a:lstStyle/>
          <a:p>
            <a:pPr>
              <a:defRPr/>
            </a:pPr>
            <a:fld id="{470F5791-85C4-45CA-BC8F-4EAC80EBF0A6}" type="slidenum">
              <a:rPr lang="zh-CN" altLang="en-US"/>
            </a:fld>
            <a:endParaRPr lang="zh-CN" altLang="en-US"/>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4.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09600" y="274638"/>
            <a:ext cx="10975975" cy="1143000"/>
          </a:xfrm>
          <a:prstGeom prst="rect">
            <a:avLst/>
          </a:prstGeom>
          <a:noFill/>
          <a:ln>
            <a:noFill/>
          </a:ln>
        </p:spPr>
        <p:txBody>
          <a:bodyPr vert="horz" wrap="square" lIns="111420" tIns="55710" rIns="111420" bIns="55710" numCol="1" anchor="ctr" anchorCtr="0" compatLnSpc="1"/>
          <a:lstStyle/>
          <a:p>
            <a:pPr lvl="0"/>
            <a:r>
              <a:rPr lang="zh-CN" altLang="en-US" dirty="0"/>
              <a:t>单击此处编辑母版标题样式</a:t>
            </a:r>
            <a:endParaRPr lang="zh-CN" altLang="en-US" dirty="0"/>
          </a:p>
        </p:txBody>
      </p:sp>
      <p:sp>
        <p:nvSpPr>
          <p:cNvPr id="1027" name="文本占位符 2"/>
          <p:cNvSpPr>
            <a:spLocks noGrp="1"/>
          </p:cNvSpPr>
          <p:nvPr>
            <p:ph type="body" idx="1"/>
          </p:nvPr>
        </p:nvSpPr>
        <p:spPr bwMode="auto">
          <a:xfrm>
            <a:off x="609600" y="1600200"/>
            <a:ext cx="10975975" cy="4527550"/>
          </a:xfrm>
          <a:prstGeom prst="rect">
            <a:avLst/>
          </a:prstGeom>
          <a:noFill/>
          <a:ln>
            <a:noFill/>
          </a:ln>
        </p:spPr>
        <p:txBody>
          <a:bodyPr vert="horz" wrap="square" lIns="111420" tIns="55710" rIns="111420" bIns="5571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7938"/>
            <a:ext cx="2846388" cy="365125"/>
          </a:xfrm>
          <a:prstGeom prst="rect">
            <a:avLst/>
          </a:prstGeom>
        </p:spPr>
        <p:txBody>
          <a:bodyPr vert="horz" lIns="111420" tIns="55710" rIns="111420" bIns="55710" rtlCol="0" anchor="ctr"/>
          <a:lstStyle>
            <a:lvl1pPr algn="l" defTabSz="1113790" eaLnBrk="1" fontAlgn="auto" hangingPunct="1">
              <a:spcBef>
                <a:spcPts val="0"/>
              </a:spcBef>
              <a:spcAft>
                <a:spcPts val="0"/>
              </a:spcAft>
              <a:defRPr sz="1500">
                <a:solidFill>
                  <a:schemeClr val="tx1">
                    <a:tint val="75000"/>
                  </a:schemeClr>
                </a:solidFill>
                <a:latin typeface="+mn-lt"/>
                <a:ea typeface="+mn-ea"/>
              </a:defRPr>
            </a:lvl1pPr>
          </a:lstStyle>
          <a:p>
            <a:pPr>
              <a:defRPr/>
            </a:pPr>
            <a:fld id="{E302B5DB-DC4A-471D-8BB5-DE1AA9BABD40}" type="datetimeFigureOut">
              <a:rPr lang="zh-CN" altLang="en-US"/>
            </a:fld>
            <a:endParaRPr lang="zh-CN" altLang="en-US"/>
          </a:p>
        </p:txBody>
      </p:sp>
      <p:sp>
        <p:nvSpPr>
          <p:cNvPr id="5" name="页脚占位符 4"/>
          <p:cNvSpPr>
            <a:spLocks noGrp="1"/>
          </p:cNvSpPr>
          <p:nvPr>
            <p:ph type="ftr" sz="quarter" idx="3"/>
          </p:nvPr>
        </p:nvSpPr>
        <p:spPr>
          <a:xfrm>
            <a:off x="4167188" y="6357938"/>
            <a:ext cx="3860800" cy="365125"/>
          </a:xfrm>
          <a:prstGeom prst="rect">
            <a:avLst/>
          </a:prstGeom>
        </p:spPr>
        <p:txBody>
          <a:bodyPr vert="horz" lIns="111420" tIns="55710" rIns="111420" bIns="55710" rtlCol="0" anchor="ctr"/>
          <a:lstStyle>
            <a:lvl1pPr algn="ctr" defTabSz="1113790" eaLnBrk="1" fontAlgn="auto" hangingPunct="1">
              <a:spcBef>
                <a:spcPts val="0"/>
              </a:spcBef>
              <a:spcAft>
                <a:spcPts val="0"/>
              </a:spcAft>
              <a:defRPr sz="15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739188" y="6357938"/>
            <a:ext cx="2846387" cy="365125"/>
          </a:xfrm>
          <a:prstGeom prst="rect">
            <a:avLst/>
          </a:prstGeom>
        </p:spPr>
        <p:txBody>
          <a:bodyPr vert="horz" wrap="square" lIns="111420" tIns="55710" rIns="111420" bIns="55710" numCol="1" anchor="ctr" anchorCtr="0" compatLnSpc="1"/>
          <a:lstStyle>
            <a:lvl1pPr algn="r" eaLnBrk="1" hangingPunct="1">
              <a:defRPr sz="1500">
                <a:solidFill>
                  <a:srgbClr val="898989"/>
                </a:solidFill>
                <a:ea typeface="宋体" panose="02010600030101010101" pitchFamily="2" charset="-122"/>
              </a:defRPr>
            </a:lvl1pPr>
          </a:lstStyle>
          <a:p>
            <a:pPr>
              <a:defRPr/>
            </a:pPr>
            <a:fld id="{470F5791-85C4-45CA-BC8F-4EAC80EBF0A6}" type="slidenum">
              <a:rPr lang="zh-CN" altLang="en-US"/>
            </a:fld>
            <a:endParaRPr lang="zh-CN" altLang="en-US"/>
          </a:p>
        </p:txBody>
      </p:sp>
      <p:pic>
        <p:nvPicPr>
          <p:cNvPr id="8" name="图片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1340654" y="5749374"/>
            <a:ext cx="841004" cy="111021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spd="slow">
    <p:push dir="u"/>
  </p:transition>
  <p:txStyles>
    <p:titleStyle>
      <a:lvl1pPr algn="ctr" defTabSz="1112520" rtl="0" eaLnBrk="0" fontAlgn="base" hangingPunct="0">
        <a:spcBef>
          <a:spcPct val="0"/>
        </a:spcBef>
        <a:spcAft>
          <a:spcPct val="0"/>
        </a:spcAft>
        <a:defRPr sz="5400" kern="1200">
          <a:solidFill>
            <a:schemeClr val="tx1"/>
          </a:solidFill>
          <a:latin typeface="+mj-lt"/>
          <a:ea typeface="+mj-ea"/>
          <a:cs typeface="+mj-cs"/>
        </a:defRPr>
      </a:lvl1pPr>
      <a:lvl2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2pPr>
      <a:lvl3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3pPr>
      <a:lvl4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4pPr>
      <a:lvl5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5pPr>
      <a:lvl6pPr marL="4572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6pPr>
      <a:lvl7pPr marL="9144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7pPr>
      <a:lvl8pPr marL="13716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8pPr>
      <a:lvl9pPr marL="18288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9pPr>
    </p:titleStyle>
    <p:bodyStyle>
      <a:lvl1pPr marL="417830" indent="-417830" algn="l" defTabSz="1112520" rtl="0" eaLnBrk="0" fontAlgn="base" hangingPunct="0">
        <a:spcBef>
          <a:spcPct val="20000"/>
        </a:spcBef>
        <a:spcAft>
          <a:spcPct val="0"/>
        </a:spcAft>
        <a:buFont typeface="Arial" panose="020B0604020202020204" pitchFamily="34" charset="0"/>
        <a:buChar char="•"/>
        <a:defRPr sz="3900" kern="1200">
          <a:solidFill>
            <a:schemeClr val="tx1"/>
          </a:solidFill>
          <a:latin typeface="+mn-lt"/>
          <a:ea typeface="+mn-ea"/>
          <a:cs typeface="+mn-cs"/>
        </a:defRPr>
      </a:lvl1pPr>
      <a:lvl2pPr marL="904875" indent="-347980" algn="l" defTabSz="1112520"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2pPr>
      <a:lvl3pPr marL="1392555" indent="-278130" algn="l" defTabSz="1112520"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49450" indent="-278130" algn="l" defTabSz="111252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506980" indent="-278130" algn="l" defTabSz="111252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3063875"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621405"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178300"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735195"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113790" rtl="0" eaLnBrk="1" latinLnBrk="0" hangingPunct="1">
        <a:defRPr sz="2200" kern="1200">
          <a:solidFill>
            <a:schemeClr val="tx1"/>
          </a:solidFill>
          <a:latin typeface="+mn-lt"/>
          <a:ea typeface="+mn-ea"/>
          <a:cs typeface="+mn-cs"/>
        </a:defRPr>
      </a:lvl1pPr>
      <a:lvl2pPr marL="556895" algn="l" defTabSz="1113790" rtl="0" eaLnBrk="1" latinLnBrk="0" hangingPunct="1">
        <a:defRPr sz="2200" kern="1200">
          <a:solidFill>
            <a:schemeClr val="tx1"/>
          </a:solidFill>
          <a:latin typeface="+mn-lt"/>
          <a:ea typeface="+mn-ea"/>
          <a:cs typeface="+mn-cs"/>
        </a:defRPr>
      </a:lvl2pPr>
      <a:lvl3pPr marL="1114425" algn="l" defTabSz="1113790" rtl="0" eaLnBrk="1" latinLnBrk="0" hangingPunct="1">
        <a:defRPr sz="2200" kern="1200">
          <a:solidFill>
            <a:schemeClr val="tx1"/>
          </a:solidFill>
          <a:latin typeface="+mn-lt"/>
          <a:ea typeface="+mn-ea"/>
          <a:cs typeface="+mn-cs"/>
        </a:defRPr>
      </a:lvl3pPr>
      <a:lvl4pPr marL="1671320" algn="l" defTabSz="1113790" rtl="0" eaLnBrk="1" latinLnBrk="0" hangingPunct="1">
        <a:defRPr sz="2200" kern="1200">
          <a:solidFill>
            <a:schemeClr val="tx1"/>
          </a:solidFill>
          <a:latin typeface="+mn-lt"/>
          <a:ea typeface="+mn-ea"/>
          <a:cs typeface="+mn-cs"/>
        </a:defRPr>
      </a:lvl4pPr>
      <a:lvl5pPr marL="2228215" algn="l" defTabSz="1113790" rtl="0" eaLnBrk="1" latinLnBrk="0" hangingPunct="1">
        <a:defRPr sz="2200" kern="1200">
          <a:solidFill>
            <a:schemeClr val="tx1"/>
          </a:solidFill>
          <a:latin typeface="+mn-lt"/>
          <a:ea typeface="+mn-ea"/>
          <a:cs typeface="+mn-cs"/>
        </a:defRPr>
      </a:lvl5pPr>
      <a:lvl6pPr marL="2785745" algn="l" defTabSz="1113790" rtl="0" eaLnBrk="1" latinLnBrk="0" hangingPunct="1">
        <a:defRPr sz="2200" kern="1200">
          <a:solidFill>
            <a:schemeClr val="tx1"/>
          </a:solidFill>
          <a:latin typeface="+mn-lt"/>
          <a:ea typeface="+mn-ea"/>
          <a:cs typeface="+mn-cs"/>
        </a:defRPr>
      </a:lvl6pPr>
      <a:lvl7pPr marL="3342640" algn="l" defTabSz="1113790" rtl="0" eaLnBrk="1" latinLnBrk="0" hangingPunct="1">
        <a:defRPr sz="2200" kern="1200">
          <a:solidFill>
            <a:schemeClr val="tx1"/>
          </a:solidFill>
          <a:latin typeface="+mn-lt"/>
          <a:ea typeface="+mn-ea"/>
          <a:cs typeface="+mn-cs"/>
        </a:defRPr>
      </a:lvl7pPr>
      <a:lvl8pPr marL="3899535" algn="l" defTabSz="1113790" rtl="0" eaLnBrk="1" latinLnBrk="0" hangingPunct="1">
        <a:defRPr sz="2200" kern="1200">
          <a:solidFill>
            <a:schemeClr val="tx1"/>
          </a:solidFill>
          <a:latin typeface="+mn-lt"/>
          <a:ea typeface="+mn-ea"/>
          <a:cs typeface="+mn-cs"/>
        </a:defRPr>
      </a:lvl8pPr>
      <a:lvl9pPr marL="4457065" algn="l" defTabSz="1113790" rtl="0" eaLnBrk="1" latinLnBrk="0" hangingPunct="1">
        <a:defRPr sz="2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0"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2.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16967" y="1557586"/>
            <a:ext cx="11161240" cy="1428760"/>
          </a:xfrm>
          <a:prstGeom prst="rect">
            <a:avLst/>
          </a:prstGeom>
          <a:no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5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rPr>
              <a:t>V-ATC</a:t>
            </a:r>
            <a:r>
              <a:rPr lang="zh-CN" altLang="en-US" sz="5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rPr>
              <a:t>项目（</a:t>
            </a:r>
            <a:r>
              <a:rPr lang="en-US" altLang="zh-CN" sz="5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rPr>
              <a:t>A-4)</a:t>
            </a:r>
            <a:endParaRPr lang="en-US" altLang="zh-CN" sz="5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endParaRPr>
          </a:p>
        </p:txBody>
      </p:sp>
      <p:sp>
        <p:nvSpPr>
          <p:cNvPr id="4" name="矩形 3"/>
          <p:cNvSpPr/>
          <p:nvPr/>
        </p:nvSpPr>
        <p:spPr>
          <a:xfrm>
            <a:off x="9590312" y="5662042"/>
            <a:ext cx="2569196" cy="11521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41266" y="5662042"/>
            <a:ext cx="907159" cy="1197546"/>
          </a:xfrm>
          <a:prstGeom prst="rect">
            <a:avLst/>
          </a:prstGeom>
        </p:spPr>
      </p:pic>
      <p:sp>
        <p:nvSpPr>
          <p:cNvPr id="8" name="文本框 7"/>
          <p:cNvSpPr txBox="1"/>
          <p:nvPr/>
        </p:nvSpPr>
        <p:spPr bwMode="auto">
          <a:xfrm>
            <a:off x="1921510" y="3410585"/>
            <a:ext cx="8905875" cy="521970"/>
          </a:xfrm>
          <a:prstGeom prst="rect">
            <a:avLst/>
          </a:prstGeom>
          <a:noFill/>
          <a:ln w="9525">
            <a:noFill/>
            <a:prstDash val="lgDash"/>
            <a:miter lim="800000"/>
          </a:ln>
        </p:spPr>
        <p:txBody>
          <a:bodyPr wrap="square" rtlCol="0">
            <a:spAutoFit/>
          </a:bodyPr>
          <a:lstStyle/>
          <a:p>
            <a:pPr eaLnBrk="1" hangingPunct="1"/>
            <a:r>
              <a:rPr lang="zh-CN" altLang="en-US" sz="2800" b="1" dirty="0">
                <a:solidFill>
                  <a:schemeClr val="bg1"/>
                </a:solidFill>
                <a:latin typeface="微软雅黑" panose="020B0503020204020204" pitchFamily="34" charset="-122"/>
                <a:ea typeface="微软雅黑" panose="020B0503020204020204" pitchFamily="34" charset="-122"/>
              </a:rPr>
              <a:t>可视化</a:t>
            </a:r>
            <a:r>
              <a:rPr lang="en-US" altLang="zh-CN" sz="2800" b="1" dirty="0">
                <a:solidFill>
                  <a:schemeClr val="bg1"/>
                </a:solidFill>
                <a:latin typeface="微软雅黑" panose="020B0503020204020204" pitchFamily="34" charset="-122"/>
                <a:ea typeface="微软雅黑" panose="020B0503020204020204" pitchFamily="34" charset="-122"/>
              </a:rPr>
              <a:t>ATC</a:t>
            </a:r>
            <a:r>
              <a:rPr lang="zh-CN" altLang="en-US" sz="2800" b="1" dirty="0">
                <a:solidFill>
                  <a:schemeClr val="bg1"/>
                </a:solidFill>
                <a:latin typeface="微软雅黑" panose="020B0503020204020204" pitchFamily="34" charset="-122"/>
                <a:ea typeface="微软雅黑" panose="020B0503020204020204" pitchFamily="34" charset="-122"/>
              </a:rPr>
              <a:t>地空通话语音标注系统功能</a:t>
            </a:r>
            <a:r>
              <a:rPr lang="zh-CN" altLang="en-US" sz="2800" b="1" dirty="0">
                <a:solidFill>
                  <a:schemeClr val="bg1"/>
                </a:solidFill>
                <a:latin typeface="微软雅黑" panose="020B0503020204020204" pitchFamily="34" charset="-122"/>
                <a:ea typeface="微软雅黑" panose="020B0503020204020204" pitchFamily="34" charset="-122"/>
              </a:rPr>
              <a:t>设计说明书汇报</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0" name="文本框 9"/>
          <p:cNvSpPr txBox="1"/>
          <p:nvPr/>
        </p:nvSpPr>
        <p:spPr bwMode="auto">
          <a:xfrm>
            <a:off x="1525079" y="5477956"/>
            <a:ext cx="9145016" cy="400110"/>
          </a:xfrm>
          <a:prstGeom prst="rect">
            <a:avLst/>
          </a:prstGeom>
          <a:noFill/>
          <a:ln w="9525">
            <a:noFill/>
            <a:prstDash val="lgDash"/>
            <a:miter lim="800000"/>
          </a:ln>
        </p:spPr>
        <p:txBody>
          <a:bodyPr wrap="square" rtlCol="0">
            <a:spAutoFit/>
          </a:bodyPr>
          <a:lstStyle/>
          <a:p>
            <a:pPr algn="ctr" eaLnBrk="1" hangingPunct="1"/>
            <a:r>
              <a:rPr lang="zh-CN" altLang="en-US" sz="2000" b="1" dirty="0">
                <a:latin typeface="微软雅黑" panose="020B0503020204020204" pitchFamily="34" charset="-122"/>
                <a:ea typeface="微软雅黑" panose="020B0503020204020204" pitchFamily="34" charset="-122"/>
              </a:rPr>
              <a:t>汇报团队：第</a:t>
            </a:r>
            <a:r>
              <a:rPr lang="en-US" altLang="zh-CN" sz="2000" b="1" dirty="0">
                <a:latin typeface="微软雅黑" panose="020B0503020204020204" pitchFamily="34" charset="-122"/>
                <a:ea typeface="微软雅黑" panose="020B0503020204020204" pitchFamily="34" charset="-122"/>
              </a:rPr>
              <a:t>11</a:t>
            </a:r>
            <a:r>
              <a:rPr lang="zh-CN" altLang="en-US" sz="2000" b="1" dirty="0">
                <a:latin typeface="微软雅黑" panose="020B0503020204020204" pitchFamily="34" charset="-122"/>
                <a:ea typeface="微软雅黑" panose="020B0503020204020204" pitchFamily="34" charset="-122"/>
              </a:rPr>
              <a:t>组</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冷亚航、陈朵、刘泽萍</a:t>
            </a:r>
            <a:endParaRPr lang="zh-CN" altLang="en-US" sz="2000" b="1" dirty="0">
              <a:latin typeface="微软雅黑" panose="020B0503020204020204" pitchFamily="34" charset="-122"/>
              <a:ea typeface="微软雅黑" panose="020B0503020204020204" pitchFamily="34" charset="-122"/>
            </a:endParaRPr>
          </a:p>
        </p:txBody>
      </p:sp>
      <p:sp>
        <p:nvSpPr>
          <p:cNvPr id="11" name="文本框 10"/>
          <p:cNvSpPr txBox="1"/>
          <p:nvPr/>
        </p:nvSpPr>
        <p:spPr bwMode="auto">
          <a:xfrm>
            <a:off x="1525079" y="5923652"/>
            <a:ext cx="9145016" cy="398780"/>
          </a:xfrm>
          <a:prstGeom prst="rect">
            <a:avLst/>
          </a:prstGeom>
          <a:noFill/>
          <a:ln w="9525">
            <a:noFill/>
            <a:prstDash val="lgDash"/>
            <a:miter lim="800000"/>
          </a:ln>
        </p:spPr>
        <p:txBody>
          <a:bodyPr wrap="square" rtlCol="0">
            <a:spAutoFit/>
          </a:bodyPr>
          <a:lstStyle>
            <a:defPPr>
              <a:defRPr lang="zh-CN"/>
            </a:defPPr>
            <a:lvl1pPr algn="ctr" eaLnBrk="1" hangingPunct="1">
              <a:defRPr sz="2000" b="1">
                <a:latin typeface="微软雅黑" panose="020B0503020204020204" pitchFamily="34" charset="-122"/>
                <a:ea typeface="微软雅黑" panose="020B0503020204020204" pitchFamily="34" charset="-122"/>
              </a:defRPr>
            </a:lvl1pPr>
          </a:lstStyle>
          <a:p>
            <a:r>
              <a:rPr lang="zh-CN" altLang="en-US" dirty="0"/>
              <a:t>日期：</a:t>
            </a:r>
            <a:r>
              <a:rPr lang="en-US" altLang="zh-CN" dirty="0"/>
              <a:t>2026</a:t>
            </a:r>
            <a:r>
              <a:rPr lang="zh-CN" altLang="en-US" dirty="0"/>
              <a:t>年</a:t>
            </a:r>
            <a:r>
              <a:rPr lang="en-US" altLang="zh-CN" dirty="0"/>
              <a:t>4</a:t>
            </a:r>
            <a:r>
              <a:rPr lang="zh-CN" altLang="en-US" dirty="0"/>
              <a:t>月</a:t>
            </a:r>
            <a:r>
              <a:rPr lang="en-US" altLang="zh-CN" dirty="0"/>
              <a:t>1</a:t>
            </a:r>
            <a:r>
              <a:rPr lang="zh-CN" altLang="en-US" dirty="0"/>
              <a:t>日</a:t>
            </a:r>
            <a:endParaRPr lang="zh-CN" altLang="en-US" dirty="0"/>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1109" y="161152"/>
            <a:ext cx="6002502" cy="553998"/>
          </a:xfrm>
          <a:prstGeom prst="rect">
            <a:avLst/>
          </a:prstGeom>
          <a:noFill/>
        </p:spPr>
        <p:txBody>
          <a:bodyPr wrap="square" rtlCol="0">
            <a:spAutoFit/>
          </a:bodyPr>
          <a:lstStyle/>
          <a:p>
            <a:r>
              <a:rPr lang="en-US" altLang="en-US" sz="3000" dirty="0">
                <a:solidFill>
                  <a:schemeClr val="bg1"/>
                </a:solidFill>
                <a:latin typeface="微软雅黑" panose="020B0503020204020204" pitchFamily="34" charset="-122"/>
                <a:ea typeface="微软雅黑" panose="020B0503020204020204" pitchFamily="34" charset="-122"/>
              </a:rPr>
              <a:t>序</a:t>
            </a:r>
            <a:endParaRPr lang="zh-CN" altLang="en-US" sz="3000" dirty="0">
              <a:solidFill>
                <a:schemeClr val="bg1"/>
              </a:solidFill>
              <a:latin typeface="微软雅黑" panose="020B0503020204020204" pitchFamily="34" charset="-122"/>
              <a:ea typeface="微软雅黑" panose="020B0503020204020204" pitchFamily="34" charset="-122"/>
            </a:endParaRPr>
          </a:p>
        </p:txBody>
      </p:sp>
      <p:sp>
        <p:nvSpPr>
          <p:cNvPr id="3" name="文本框 5"/>
          <p:cNvSpPr txBox="1"/>
          <p:nvPr>
            <p:custDataLst>
              <p:tags r:id="rId1"/>
            </p:custDataLst>
          </p:nvPr>
        </p:nvSpPr>
        <p:spPr>
          <a:xfrm rot="16200000">
            <a:off x="914740" y="3282003"/>
            <a:ext cx="4176726" cy="1015663"/>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6000" i="0" u="none" strike="noStrike" kern="1200" cap="none" spc="0" normalizeH="0" baseline="0" noProof="0" dirty="0">
                <a:ln>
                  <a:noFill/>
                </a:ln>
                <a:solidFill>
                  <a:schemeClr val="bg1">
                    <a:lumMod val="75000"/>
                  </a:schemeClr>
                </a:solidFill>
                <a:effectLst/>
                <a:uLnTx/>
                <a:uFillTx/>
                <a:latin typeface="义启萌妹体" panose="02010601030101010101" charset="-122"/>
                <a:ea typeface="义启萌妹体" panose="02010601030101010101" charset="-122"/>
                <a:cs typeface="+mn-cs"/>
              </a:rPr>
              <a:t>CONTENT</a:t>
            </a:r>
            <a:endParaRPr kumimoji="0" lang="en-US" altLang="zh-CN" sz="6000" i="0" u="none" strike="noStrike" kern="1200" cap="none" spc="0" normalizeH="0" baseline="0" noProof="0" dirty="0">
              <a:ln>
                <a:noFill/>
              </a:ln>
              <a:solidFill>
                <a:schemeClr val="bg1">
                  <a:lumMod val="75000"/>
                </a:schemeClr>
              </a:solidFill>
              <a:effectLst/>
              <a:uLnTx/>
              <a:uFillTx/>
              <a:latin typeface="义启萌妹体" panose="02010601030101010101" charset="-122"/>
              <a:ea typeface="义启萌妹体" panose="02010601030101010101" charset="-122"/>
              <a:cs typeface="+mn-cs"/>
            </a:endParaRPr>
          </a:p>
        </p:txBody>
      </p:sp>
      <p:sp>
        <p:nvSpPr>
          <p:cNvPr id="4" name="MH_Number_1"/>
          <p:cNvSpPr>
            <a:spLocks noChangeAspect="1"/>
          </p:cNvSpPr>
          <p:nvPr>
            <p:custDataLst>
              <p:tags r:id="rId2"/>
            </p:custDataLst>
          </p:nvPr>
        </p:nvSpPr>
        <p:spPr>
          <a:xfrm>
            <a:off x="4873297" y="2061599"/>
            <a:ext cx="503919" cy="503919"/>
          </a:xfrm>
          <a:prstGeom prst="ellipse">
            <a:avLst/>
          </a:prstGeom>
          <a:solidFill>
            <a:srgbClr val="FF2305"/>
          </a:solidFill>
          <a:ln w="57150">
            <a:solidFill>
              <a:srgbClr val="E54E4B"/>
            </a:solidFill>
          </a:ln>
          <a:effectLst>
            <a:glow rad="63500">
              <a:schemeClr val="accent3">
                <a:lumMod val="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1</a:t>
            </a:r>
            <a:endParaRPr lang="zh-CN" altLang="en-US"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5" name="MH_Entry_1"/>
          <p:cNvSpPr/>
          <p:nvPr>
            <p:custDataLst>
              <p:tags r:id="rId3"/>
            </p:custDataLst>
          </p:nvPr>
        </p:nvSpPr>
        <p:spPr>
          <a:xfrm>
            <a:off x="5666410" y="1845368"/>
            <a:ext cx="4168861" cy="80010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bg1">
              <a:lumMod val="5000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a:lnSpc>
                <a:spcPct val="130000"/>
              </a:lnSpc>
            </a:pPr>
            <a:r>
              <a:rPr lang="zh-CN" altLang="en-US" sz="40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需求</a:t>
            </a:r>
            <a:r>
              <a:rPr lang="zh-CN" altLang="en-US" sz="40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说明</a:t>
            </a:r>
            <a:endParaRPr lang="zh-CN" altLang="en-US" sz="40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 name="MH_Number_2"/>
          <p:cNvSpPr>
            <a:spLocks noChangeAspect="1"/>
          </p:cNvSpPr>
          <p:nvPr>
            <p:custDataLst>
              <p:tags r:id="rId4"/>
            </p:custDataLst>
          </p:nvPr>
        </p:nvSpPr>
        <p:spPr>
          <a:xfrm>
            <a:off x="4873434" y="3141050"/>
            <a:ext cx="504056" cy="504152"/>
          </a:xfrm>
          <a:prstGeom prst="ellipse">
            <a:avLst/>
          </a:prstGeom>
          <a:solidFill>
            <a:srgbClr val="C00000"/>
          </a:solidFill>
          <a:ln w="3175">
            <a:noFill/>
          </a:ln>
          <a:effectLst>
            <a:glow rad="63500">
              <a:schemeClr val="accent3">
                <a:lumMod val="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2</a:t>
            </a:r>
            <a:endParaRPr lang="zh-CN" altLang="en-US"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7" name="MH_Entry_2"/>
          <p:cNvSpPr/>
          <p:nvPr>
            <p:custDataLst>
              <p:tags r:id="rId5"/>
            </p:custDataLst>
          </p:nvPr>
        </p:nvSpPr>
        <p:spPr>
          <a:xfrm>
            <a:off x="5666410" y="2925168"/>
            <a:ext cx="2806564" cy="80010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bg1">
              <a:lumMod val="5000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lnSpc>
                <a:spcPct val="130000"/>
              </a:lnSpc>
            </a:pPr>
            <a:r>
              <a:rPr lang="zh-CN" altLang="en-US" sz="40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功能性需求</a:t>
            </a:r>
            <a:endParaRPr lang="zh-CN" altLang="en-US" sz="40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MH_Number_3"/>
          <p:cNvSpPr>
            <a:spLocks noChangeAspect="1"/>
          </p:cNvSpPr>
          <p:nvPr>
            <p:custDataLst>
              <p:tags r:id="rId6"/>
            </p:custDataLst>
          </p:nvPr>
        </p:nvSpPr>
        <p:spPr>
          <a:xfrm>
            <a:off x="4874069" y="4262009"/>
            <a:ext cx="504056" cy="504152"/>
          </a:xfrm>
          <a:prstGeom prst="ellipse">
            <a:avLst/>
          </a:prstGeom>
          <a:solidFill>
            <a:srgbClr val="FF2305"/>
          </a:solidFill>
          <a:ln w="3175">
            <a:noFill/>
          </a:ln>
          <a:effectLst>
            <a:glow rad="63500">
              <a:schemeClr val="accent3">
                <a:lumMod val="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3</a:t>
            </a:r>
            <a:endParaRPr lang="zh-CN" altLang="en-US"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9" name="MH_Entry_3"/>
          <p:cNvSpPr/>
          <p:nvPr>
            <p:custDataLst>
              <p:tags r:id="rId7"/>
            </p:custDataLst>
          </p:nvPr>
        </p:nvSpPr>
        <p:spPr>
          <a:xfrm>
            <a:off x="5666097" y="4077840"/>
            <a:ext cx="2928071" cy="80010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bg1">
              <a:lumMod val="5000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lnSpc>
                <a:spcPct val="130000"/>
              </a:lnSpc>
            </a:pPr>
            <a:r>
              <a:rPr lang="zh-CN" altLang="en-US" sz="40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接口需求</a:t>
            </a:r>
            <a:endParaRPr lang="zh-CN" altLang="en-US" sz="40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2" name="文本框 21"/>
          <p:cNvSpPr txBox="1"/>
          <p:nvPr/>
        </p:nvSpPr>
        <p:spPr>
          <a:xfrm>
            <a:off x="1201043" y="2274769"/>
            <a:ext cx="1368152" cy="3030130"/>
          </a:xfrm>
          <a:prstGeom prst="rect">
            <a:avLst/>
          </a:prstGeom>
          <a:noFill/>
        </p:spPr>
        <p:txBody>
          <a:bodyPr wrap="square" rtlCol="0">
            <a:noAutofit/>
          </a:bodyPr>
          <a:lstStyle/>
          <a:p>
            <a:r>
              <a:rPr lang="zh-CN" altLang="en-US" sz="9600" dirty="0">
                <a:solidFill>
                  <a:srgbClr val="C00000"/>
                </a:solidFill>
              </a:rPr>
              <a:t>目</a:t>
            </a:r>
            <a:endParaRPr lang="zh-CN" altLang="en-US" sz="9600" dirty="0">
              <a:solidFill>
                <a:srgbClr val="C00000"/>
              </a:solidFill>
            </a:endParaRPr>
          </a:p>
          <a:p>
            <a:r>
              <a:rPr lang="zh-CN" altLang="en-US" sz="9600" dirty="0">
                <a:solidFill>
                  <a:srgbClr val="C00000"/>
                </a:solidFill>
              </a:rPr>
              <a:t>录</a:t>
            </a:r>
            <a:endParaRPr lang="zh-CN" altLang="en-US" sz="9600" dirty="0">
              <a:solidFill>
                <a:srgbClr val="C00000"/>
              </a:solidFill>
            </a:endParaRPr>
          </a:p>
        </p:txBody>
      </p:sp>
      <p:cxnSp>
        <p:nvCxnSpPr>
          <p:cNvPr id="38" name="直接连接符 37"/>
          <p:cNvCxnSpPr/>
          <p:nvPr/>
        </p:nvCxnSpPr>
        <p:spPr>
          <a:xfrm>
            <a:off x="3721323" y="1413570"/>
            <a:ext cx="0" cy="4752528"/>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10" name="MH_Number_2"/>
          <p:cNvSpPr>
            <a:spLocks noChangeAspect="1"/>
          </p:cNvSpPr>
          <p:nvPr>
            <p:custDataLst>
              <p:tags r:id="rId8"/>
            </p:custDataLst>
          </p:nvPr>
        </p:nvSpPr>
        <p:spPr>
          <a:xfrm>
            <a:off x="4873434" y="5300685"/>
            <a:ext cx="504056" cy="504152"/>
          </a:xfrm>
          <a:prstGeom prst="ellipse">
            <a:avLst/>
          </a:prstGeom>
          <a:solidFill>
            <a:srgbClr val="C00000"/>
          </a:solidFill>
          <a:ln w="3175">
            <a:noFill/>
          </a:ln>
          <a:effectLst>
            <a:glow rad="63500">
              <a:schemeClr val="accent3">
                <a:lumMod val="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4</a:t>
            </a:r>
            <a:endParaRPr lang="en-US" altLang="zh-CN"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11" name="MH_Entry_2"/>
          <p:cNvSpPr/>
          <p:nvPr>
            <p:custDataLst>
              <p:tags r:id="rId9"/>
            </p:custDataLst>
          </p:nvPr>
        </p:nvSpPr>
        <p:spPr>
          <a:xfrm>
            <a:off x="5593715" y="5085715"/>
            <a:ext cx="3420745" cy="80010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bg1">
              <a:lumMod val="5000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lnSpc>
                <a:spcPct val="130000"/>
              </a:lnSpc>
            </a:pPr>
            <a:r>
              <a:rPr lang="zh-CN" altLang="en-US" sz="40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非功能性需求</a:t>
            </a:r>
            <a:endParaRPr lang="zh-CN" altLang="en-US" sz="40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noChangeArrowheads="1"/>
          </p:cNvPicPr>
          <p:nvPr/>
        </p:nvPicPr>
        <p:blipFill>
          <a:blip r:embed="rId1">
            <a:duotone>
              <a:schemeClr val="accent2">
                <a:shade val="45000"/>
                <a:satMod val="135000"/>
              </a:schemeClr>
              <a:prstClr val="white"/>
            </a:duotone>
            <a:lum contrast="36000"/>
          </a:blip>
          <a:srcRect/>
          <a:stretch>
            <a:fillRect/>
          </a:stretch>
        </p:blipFill>
        <p:spPr bwMode="auto">
          <a:xfrm>
            <a:off x="-20638" y="-28575"/>
            <a:ext cx="12233276" cy="6967538"/>
          </a:xfrm>
          <a:prstGeom prst="rect">
            <a:avLst/>
          </a:prstGeom>
          <a:noFill/>
          <a:ln w="9525">
            <a:noFill/>
            <a:miter lim="800000"/>
            <a:headEnd/>
            <a:tailEnd/>
          </a:ln>
        </p:spPr>
      </p:pic>
      <p:sp>
        <p:nvSpPr>
          <p:cNvPr id="8" name="矩形 7"/>
          <p:cNvSpPr/>
          <p:nvPr/>
        </p:nvSpPr>
        <p:spPr>
          <a:xfrm>
            <a:off x="1811307" y="2006734"/>
            <a:ext cx="8572560" cy="2143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5600" dirty="0">
                <a:latin typeface="微软雅黑" panose="020B0503020204020204" pitchFamily="34" charset="-122"/>
                <a:ea typeface="微软雅黑" panose="020B0503020204020204" pitchFamily="34" charset="-122"/>
              </a:rPr>
              <a:t>需求</a:t>
            </a:r>
            <a:r>
              <a:rPr lang="zh-CN" altLang="en-US" sz="5600" dirty="0">
                <a:latin typeface="微软雅黑" panose="020B0503020204020204" pitchFamily="34" charset="-122"/>
                <a:ea typeface="微软雅黑" panose="020B0503020204020204" pitchFamily="34" charset="-122"/>
              </a:rPr>
              <a:t>说明</a:t>
            </a:r>
            <a:endParaRPr lang="zh-CN" altLang="en-US" sz="5600" dirty="0">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需求</a:t>
            </a:r>
            <a:r>
              <a:rPr lang="zh-CN" altLang="en-US"/>
              <a:t>说明</a:t>
            </a:r>
            <a:endParaRPr lang="zh-CN" altLang="en-US"/>
          </a:p>
        </p:txBody>
      </p:sp>
      <p:sp>
        <p:nvSpPr>
          <p:cNvPr id="3" name="内容占位符 2"/>
          <p:cNvSpPr>
            <a:spLocks noGrp="1"/>
          </p:cNvSpPr>
          <p:nvPr>
            <p:ph idx="1"/>
          </p:nvPr>
        </p:nvSpPr>
        <p:spPr/>
        <p:txBody>
          <a:bodyPr>
            <a:normAutofit lnSpcReduction="10000"/>
          </a:bodyPr>
          <a:lstStyle/>
          <a:p>
            <a:r>
              <a:rPr lang="zh-CN" altLang="en-US" sz="3200"/>
              <a:t>整体需求：</a:t>
            </a:r>
            <a:r>
              <a:rPr lang="en-US" altLang="zh-CN" sz="2800"/>
              <a:t>A-4 UI</a:t>
            </a:r>
            <a:r>
              <a:rPr lang="zh-CN" altLang="en-US" sz="2800"/>
              <a:t>用户界面模块需要</a:t>
            </a:r>
            <a:r>
              <a:rPr lang="zh-CN" altLang="en-US" sz="2800">
                <a:solidFill>
                  <a:srgbClr val="FF0000"/>
                </a:solidFill>
              </a:rPr>
              <a:t>对接后端</a:t>
            </a:r>
            <a:r>
              <a:rPr lang="en-US" altLang="zh-CN" sz="2800">
                <a:solidFill>
                  <a:srgbClr val="FF0000"/>
                </a:solidFill>
              </a:rPr>
              <a:t>API</a:t>
            </a:r>
            <a:r>
              <a:rPr lang="zh-CN" altLang="en-US" sz="2800"/>
              <a:t>，安全验证用户身份后，在工作台中无缝整合</a:t>
            </a:r>
            <a:r>
              <a:rPr lang="en-US" altLang="zh-CN" sz="2800"/>
              <a:t>VHHH</a:t>
            </a:r>
            <a:r>
              <a:rPr lang="zh-CN" altLang="en-US" sz="2800"/>
              <a:t>机场的</a:t>
            </a:r>
            <a:r>
              <a:rPr lang="zh-CN" altLang="en-US" sz="2800">
                <a:solidFill>
                  <a:srgbClr val="FF0000"/>
                </a:solidFill>
              </a:rPr>
              <a:t>静态图层</a:t>
            </a:r>
            <a:r>
              <a:rPr lang="zh-CN" altLang="en-US" sz="2800"/>
              <a:t>、飞机动态</a:t>
            </a:r>
            <a:r>
              <a:rPr lang="en-US" altLang="zh-CN" sz="2800">
                <a:solidFill>
                  <a:srgbClr val="FF0000"/>
                </a:solidFill>
              </a:rPr>
              <a:t>ADSB</a:t>
            </a:r>
            <a:r>
              <a:rPr lang="zh-CN" altLang="en-US" sz="2800">
                <a:solidFill>
                  <a:srgbClr val="FF0000"/>
                </a:solidFill>
              </a:rPr>
              <a:t>航迹</a:t>
            </a:r>
            <a:r>
              <a:rPr lang="zh-CN" altLang="en-US" sz="2800"/>
              <a:t>、</a:t>
            </a:r>
            <a:r>
              <a:rPr lang="en-US" altLang="zh-CN" sz="2800"/>
              <a:t>ATC</a:t>
            </a:r>
            <a:r>
              <a:rPr lang="zh-CN" altLang="en-US" sz="2800"/>
              <a:t>地空通话</a:t>
            </a:r>
            <a:r>
              <a:rPr lang="zh-CN" altLang="en-US" sz="2800">
                <a:solidFill>
                  <a:srgbClr val="FF0000"/>
                </a:solidFill>
              </a:rPr>
              <a:t>录音波形</a:t>
            </a:r>
            <a:r>
              <a:rPr lang="zh-CN" altLang="en-US" sz="2800"/>
              <a:t>以及</a:t>
            </a:r>
            <a:r>
              <a:rPr lang="en-US" altLang="zh-CN" sz="2800"/>
              <a:t>ASR</a:t>
            </a:r>
            <a:r>
              <a:rPr lang="zh-CN" altLang="en-US" sz="2800">
                <a:solidFill>
                  <a:srgbClr val="FF0000"/>
                </a:solidFill>
              </a:rPr>
              <a:t>预处理文本</a:t>
            </a:r>
            <a:r>
              <a:rPr lang="zh-CN" altLang="en-US" sz="2800"/>
              <a:t>，提供标注编辑、数据导出及多模态同步的时间漫游能力。</a:t>
            </a:r>
            <a:endParaRPr lang="zh-CN" altLang="en-US"/>
          </a:p>
          <a:p>
            <a:r>
              <a:rPr lang="zh-CN" altLang="en-US" sz="2800"/>
              <a:t>功能需求：</a:t>
            </a:r>
            <a:endParaRPr lang="zh-CN" altLang="en-US" sz="2800"/>
          </a:p>
          <a:p>
            <a:pPr marL="0" indent="0">
              <a:buNone/>
            </a:pPr>
            <a:r>
              <a:rPr lang="zh-CN" altLang="en-US" sz="2400">
                <a:solidFill>
                  <a:srgbClr val="FF0000"/>
                </a:solidFill>
              </a:rPr>
              <a:t>需求编号规则</a:t>
            </a:r>
            <a:endParaRPr lang="zh-CN" altLang="en-US" sz="2400">
              <a:solidFill>
                <a:srgbClr val="FF0000"/>
              </a:solidFill>
            </a:endParaRPr>
          </a:p>
          <a:p>
            <a:pPr marL="0" indent="457200">
              <a:buNone/>
            </a:pPr>
            <a:r>
              <a:rPr lang="zh-CN" altLang="en-US" sz="2400"/>
              <a:t>需求编号：</a:t>
            </a:r>
            <a:r>
              <a:rPr lang="en-US" altLang="zh-CN" sz="2400"/>
              <a:t>RQ-A-4(</a:t>
            </a:r>
            <a:r>
              <a:rPr lang="zh-CN" altLang="en-US" sz="2400"/>
              <a:t>模块缩写</a:t>
            </a:r>
            <a:r>
              <a:rPr lang="en-US" altLang="zh-CN" sz="2400"/>
              <a:t>)+</a:t>
            </a:r>
            <a:r>
              <a:rPr lang="zh-CN" altLang="en-US" sz="2400"/>
              <a:t>编号（功能点），例如</a:t>
            </a:r>
            <a:r>
              <a:rPr lang="en-US" altLang="zh-CN" sz="2400"/>
              <a:t> RQ-A-4-10</a:t>
            </a:r>
            <a:r>
              <a:rPr lang="zh-CN" altLang="en-US" sz="2400"/>
              <a:t>。向下细分的内部设计编号以</a:t>
            </a:r>
            <a:r>
              <a:rPr lang="en-US" altLang="zh-CN" sz="2400"/>
              <a:t> a4 </a:t>
            </a:r>
            <a:r>
              <a:rPr lang="zh-CN" altLang="en-US" sz="2400"/>
              <a:t>开头。</a:t>
            </a:r>
            <a:endParaRPr lang="zh-CN" altLang="en-US" sz="2400"/>
          </a:p>
          <a:p>
            <a:pPr marL="0" indent="0">
              <a:buNone/>
            </a:pPr>
            <a:r>
              <a:rPr lang="zh-CN" altLang="en-US" sz="2400">
                <a:solidFill>
                  <a:srgbClr val="FF0000"/>
                </a:solidFill>
              </a:rPr>
              <a:t>总体模块划分</a:t>
            </a:r>
            <a:endParaRPr lang="zh-CN" altLang="en-US" sz="2400">
              <a:solidFill>
                <a:srgbClr val="FF0000"/>
              </a:solidFill>
            </a:endParaRPr>
          </a:p>
          <a:p>
            <a:pPr marL="0" indent="457200">
              <a:buNone/>
            </a:pPr>
            <a:r>
              <a:rPr lang="zh-CN" altLang="en-US" sz="2400"/>
              <a:t>主要根据业务和展示功能划分，分为：基础系统功能模块、地图航迹展示模块、音频标注与漫游模块。</a:t>
            </a:r>
            <a:endParaRPr lang="zh-CN" altLang="en-US" sz="2400"/>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noChangeArrowheads="1"/>
          </p:cNvPicPr>
          <p:nvPr/>
        </p:nvPicPr>
        <p:blipFill>
          <a:blip r:embed="rId1">
            <a:duotone>
              <a:schemeClr val="accent2">
                <a:shade val="45000"/>
                <a:satMod val="135000"/>
              </a:schemeClr>
              <a:prstClr val="white"/>
            </a:duotone>
            <a:lum contrast="36000"/>
          </a:blip>
          <a:srcRect/>
          <a:stretch>
            <a:fillRect/>
          </a:stretch>
        </p:blipFill>
        <p:spPr bwMode="auto">
          <a:xfrm>
            <a:off x="-20638" y="-28575"/>
            <a:ext cx="12233276" cy="6967538"/>
          </a:xfrm>
          <a:prstGeom prst="rect">
            <a:avLst/>
          </a:prstGeom>
          <a:noFill/>
          <a:ln w="9525">
            <a:noFill/>
            <a:miter lim="800000"/>
            <a:headEnd/>
            <a:tailEnd/>
          </a:ln>
        </p:spPr>
      </p:pic>
      <p:sp>
        <p:nvSpPr>
          <p:cNvPr id="8" name="矩形 7"/>
          <p:cNvSpPr/>
          <p:nvPr/>
        </p:nvSpPr>
        <p:spPr>
          <a:xfrm>
            <a:off x="1811307" y="2006734"/>
            <a:ext cx="8572560" cy="2143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5600" dirty="0">
                <a:latin typeface="微软雅黑" panose="020B0503020204020204" pitchFamily="34" charset="-122"/>
                <a:ea typeface="微软雅黑" panose="020B0503020204020204" pitchFamily="34" charset="-122"/>
              </a:rPr>
              <a:t>功能性需求</a:t>
            </a:r>
            <a:endParaRPr lang="zh-CN" altLang="en-US" sz="5600" dirty="0">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TextBox 11"/>
          <p:cNvSpPr txBox="1"/>
          <p:nvPr/>
        </p:nvSpPr>
        <p:spPr>
          <a:xfrm>
            <a:off x="335447" y="152331"/>
            <a:ext cx="8858484" cy="583565"/>
          </a:xfrm>
          <a:prstGeom prst="rect">
            <a:avLst/>
          </a:prstGeom>
          <a:noFill/>
        </p:spPr>
        <p:txBody>
          <a:bodyPr wrap="square" lIns="121944" tIns="60972" rIns="121944" bIns="60972" rtlCol="0">
            <a:spAutoFit/>
          </a:bodyPr>
          <a:lstStyle/>
          <a:p>
            <a:pPr algn="l">
              <a:buClrTx/>
              <a:buSzTx/>
              <a:buFontTx/>
            </a:pPr>
            <a:r>
              <a:rPr lang="zh-CN" altLang="en-US" sz="3000" dirty="0">
                <a:solidFill>
                  <a:schemeClr val="bg1"/>
                </a:solidFill>
                <a:latin typeface="微软雅黑" panose="020B0503020204020204" pitchFamily="34" charset="-122"/>
                <a:ea typeface="微软雅黑" panose="020B0503020204020204" pitchFamily="34" charset="-122"/>
                <a:sym typeface="+mn-ea"/>
              </a:rPr>
              <a:t>业务功能需求</a:t>
            </a:r>
            <a:endParaRPr lang="zh-CN" altLang="en-US" sz="3000" dirty="0">
              <a:solidFill>
                <a:schemeClr val="bg1"/>
              </a:solidFill>
              <a:latin typeface="微软雅黑" panose="020B0503020204020204" pitchFamily="34" charset="-122"/>
              <a:ea typeface="微软雅黑" panose="020B0503020204020204" pitchFamily="34" charset="-122"/>
            </a:endParaRPr>
          </a:p>
        </p:txBody>
      </p:sp>
      <p:graphicFrame>
        <p:nvGraphicFramePr>
          <p:cNvPr id="5" name="表格 4"/>
          <p:cNvGraphicFramePr/>
          <p:nvPr>
            <p:custDataLst>
              <p:tags r:id="rId1"/>
            </p:custDataLst>
          </p:nvPr>
        </p:nvGraphicFramePr>
        <p:xfrm>
          <a:off x="1071880" y="1089025"/>
          <a:ext cx="10393680" cy="5699760"/>
        </p:xfrm>
        <a:graphic>
          <a:graphicData uri="http://schemas.openxmlformats.org/drawingml/2006/table">
            <a:tbl>
              <a:tblPr firstRow="1" bandRow="1">
                <a:tableStyleId>{21E4AEA4-8DFA-4A89-87EB-49C32662AFE0}</a:tableStyleId>
              </a:tblPr>
              <a:tblGrid>
                <a:gridCol w="824230"/>
                <a:gridCol w="2182495"/>
                <a:gridCol w="2105025"/>
                <a:gridCol w="2708275"/>
                <a:gridCol w="2573655"/>
              </a:tblGrid>
              <a:tr h="762000">
                <a:tc>
                  <a:txBody>
                    <a:bodyPr/>
                    <a:lstStyle/>
                    <a:p>
                      <a:pPr>
                        <a:buNone/>
                      </a:pPr>
                      <a:r>
                        <a:rPr lang="zh-CN" altLang="en-US"/>
                        <a:t>模块名称</a:t>
                      </a:r>
                      <a:endParaRPr lang="zh-CN" altLang="en-US"/>
                    </a:p>
                  </a:txBody>
                  <a:tcPr/>
                </a:tc>
                <a:tc gridSpan="4">
                  <a:txBody>
                    <a:bodyPr/>
                    <a:lstStyle/>
                    <a:p>
                      <a:pPr algn="ctr">
                        <a:buClrTx/>
                        <a:buSzTx/>
                        <a:buFontTx/>
                        <a:buNone/>
                      </a:pPr>
                      <a:r>
                        <a:rPr lang="zh-CN" altLang="en-US"/>
                        <a:t>业务功能模块</a:t>
                      </a:r>
                      <a:endParaRPr lang="zh-CN" altLang="en-US"/>
                    </a:p>
                  </a:txBody>
                  <a:tcPr/>
                </a:tc>
                <a:tc hMerge="1">
                  <a:tcPr/>
                </a:tc>
                <a:tc hMerge="1">
                  <a:tcPr/>
                </a:tc>
                <a:tc hMerge="1">
                  <a:tcPr/>
                </a:tc>
              </a:tr>
              <a:tr h="762000">
                <a:tc>
                  <a:txBody>
                    <a:bodyPr/>
                    <a:lstStyle/>
                    <a:p>
                      <a:pPr algn="l">
                        <a:buClrTx/>
                        <a:buSzTx/>
                        <a:buFontTx/>
                        <a:buNone/>
                      </a:pPr>
                      <a:r>
                        <a:rPr lang="zh-CN" altLang="en-US"/>
                        <a:t>模块简介</a:t>
                      </a:r>
                      <a:endParaRPr lang="zh-CN" altLang="en-US"/>
                    </a:p>
                  </a:txBody>
                  <a:tcPr/>
                </a:tc>
                <a:tc gridSpan="4">
                  <a:txBody>
                    <a:bodyPr/>
                    <a:lstStyle/>
                    <a:p>
                      <a:pPr>
                        <a:buNone/>
                      </a:pPr>
                      <a:r>
                        <a:rPr lang="zh-CN" altLang="en-US"/>
                        <a:t>负责前端</a:t>
                      </a:r>
                      <a:r>
                        <a:rPr lang="en-US" altLang="zh-CN"/>
                        <a:t>UI</a:t>
                      </a:r>
                      <a:r>
                        <a:rPr lang="zh-CN" altLang="en-US"/>
                        <a:t>交互、地图渲染、波形展示及文本编辑操作等基本业务功能描述</a:t>
                      </a:r>
                      <a:endParaRPr lang="zh-CN" altLang="en-US"/>
                    </a:p>
                  </a:txBody>
                  <a:tcPr/>
                </a:tc>
                <a:tc hMerge="1">
                  <a:tcPr/>
                </a:tc>
                <a:tc hMerge="1">
                  <a:tcPr/>
                </a:tc>
                <a:tc hMerge="1">
                  <a:tcPr/>
                </a:tc>
              </a:tr>
              <a:tr h="426720">
                <a:tc gridSpan="5">
                  <a:txBody>
                    <a:bodyPr/>
                    <a:lstStyle/>
                    <a:p>
                      <a:pPr algn="ctr">
                        <a:buNone/>
                      </a:pPr>
                      <a:r>
                        <a:rPr lang="zh-CN" altLang="en-US"/>
                        <a:t>模块功能列表</a:t>
                      </a:r>
                      <a:endParaRPr lang="zh-CN" altLang="en-US"/>
                    </a:p>
                  </a:txBody>
                  <a:tcPr>
                    <a:solidFill>
                      <a:schemeClr val="accent2">
                        <a:lumMod val="60000"/>
                        <a:lumOff val="40000"/>
                      </a:schemeClr>
                    </a:solidFill>
                  </a:tcPr>
                </a:tc>
                <a:tc hMerge="1">
                  <a:tcPr/>
                </a:tc>
                <a:tc hMerge="1">
                  <a:tcPr/>
                </a:tc>
                <a:tc hMerge="1">
                  <a:tcPr/>
                </a:tc>
                <a:tc hMerge="1">
                  <a:tcPr/>
                </a:tc>
              </a:tr>
              <a:tr h="426720">
                <a:tc rowSpan="2">
                  <a:txBody>
                    <a:bodyPr/>
                    <a:lstStyle/>
                    <a:p>
                      <a:pPr>
                        <a:buNone/>
                      </a:pPr>
                      <a:r>
                        <a:rPr lang="zh-CN" altLang="en-US"/>
                        <a:t>序号</a:t>
                      </a:r>
                      <a:endParaRPr lang="zh-CN" altLang="en-US"/>
                    </a:p>
                    <a:p>
                      <a:pPr>
                        <a:buNone/>
                      </a:pPr>
                      <a:endParaRPr lang="zh-CN" altLang="en-US"/>
                    </a:p>
                  </a:txBody>
                  <a:tcPr/>
                </a:tc>
                <a:tc gridSpan="2">
                  <a:txBody>
                    <a:bodyPr/>
                    <a:lstStyle/>
                    <a:p>
                      <a:pPr algn="ctr">
                        <a:buNone/>
                      </a:pPr>
                      <a:r>
                        <a:rPr lang="zh-CN" altLang="en-US"/>
                        <a:t>一级功能</a:t>
                      </a:r>
                      <a:endParaRPr lang="zh-CN" altLang="en-US"/>
                    </a:p>
                  </a:txBody>
                  <a:tcPr/>
                </a:tc>
                <a:tc hMerge="1">
                  <a:tcPr/>
                </a:tc>
                <a:tc gridSpan="2">
                  <a:txBody>
                    <a:bodyPr/>
                    <a:lstStyle/>
                    <a:p>
                      <a:pPr algn="ctr">
                        <a:buNone/>
                      </a:pPr>
                      <a:r>
                        <a:rPr lang="zh-CN" altLang="en-US"/>
                        <a:t>二级功能</a:t>
                      </a:r>
                      <a:endParaRPr lang="zh-CN" altLang="en-US"/>
                    </a:p>
                  </a:txBody>
                  <a:tcPr/>
                </a:tc>
                <a:tc hMerge="1">
                  <a:tcPr/>
                </a:tc>
              </a:tr>
              <a:tr h="426720">
                <a:tc vMerge="1">
                  <a:tcPr/>
                </a:tc>
                <a:tc>
                  <a:txBody>
                    <a:bodyPr/>
                    <a:lstStyle/>
                    <a:p>
                      <a:pPr algn="ctr">
                        <a:buNone/>
                      </a:pPr>
                      <a:r>
                        <a:rPr lang="zh-CN" altLang="en-US"/>
                        <a:t>功能名称</a:t>
                      </a:r>
                      <a:endParaRPr lang="zh-CN" altLang="en-US"/>
                    </a:p>
                  </a:txBody>
                  <a:tcPr/>
                </a:tc>
                <a:tc>
                  <a:txBody>
                    <a:bodyPr/>
                    <a:lstStyle/>
                    <a:p>
                      <a:pPr algn="ctr">
                        <a:buNone/>
                      </a:pPr>
                      <a:r>
                        <a:rPr lang="zh-CN" altLang="en-US"/>
                        <a:t>功能编号</a:t>
                      </a:r>
                      <a:endParaRPr lang="zh-CN" altLang="en-US"/>
                    </a:p>
                  </a:txBody>
                  <a:tcPr/>
                </a:tc>
                <a:tc>
                  <a:txBody>
                    <a:bodyPr/>
                    <a:lstStyle/>
                    <a:p>
                      <a:pPr algn="ctr">
                        <a:buNone/>
                      </a:pPr>
                      <a:r>
                        <a:rPr lang="zh-CN" altLang="en-US"/>
                        <a:t>功能名称</a:t>
                      </a:r>
                      <a:endParaRPr lang="zh-CN" altLang="en-US"/>
                    </a:p>
                  </a:txBody>
                  <a:tcPr/>
                </a:tc>
                <a:tc>
                  <a:txBody>
                    <a:bodyPr/>
                    <a:lstStyle/>
                    <a:p>
                      <a:pPr algn="ctr">
                        <a:buNone/>
                      </a:pPr>
                      <a:r>
                        <a:rPr lang="zh-CN" altLang="en-US"/>
                        <a:t>功能编号</a:t>
                      </a:r>
                      <a:endParaRPr lang="zh-CN" altLang="en-US"/>
                    </a:p>
                  </a:txBody>
                  <a:tcPr/>
                </a:tc>
              </a:tr>
              <a:tr h="426720">
                <a:tc>
                  <a:txBody>
                    <a:bodyPr/>
                    <a:lstStyle/>
                    <a:p>
                      <a:pPr>
                        <a:buNone/>
                      </a:pPr>
                      <a:r>
                        <a:rPr lang="en-US" altLang="zh-CN"/>
                        <a:t>1</a:t>
                      </a:r>
                      <a:endParaRPr lang="en-US" altLang="zh-CN"/>
                    </a:p>
                  </a:txBody>
                  <a:tcPr/>
                </a:tc>
                <a:tc>
                  <a:txBody>
                    <a:bodyPr/>
                    <a:lstStyle/>
                    <a:p>
                      <a:pPr algn="ctr">
                        <a:buNone/>
                      </a:pPr>
                      <a:r>
                        <a:rPr lang="zh-CN" altLang="en-US"/>
                        <a:t>系统基础管控</a:t>
                      </a:r>
                      <a:endParaRPr lang="zh-CN" altLang="en-US"/>
                    </a:p>
                  </a:txBody>
                  <a:tcPr/>
                </a:tc>
                <a:tc>
                  <a:txBody>
                    <a:bodyPr/>
                    <a:lstStyle/>
                    <a:p>
                      <a:pPr algn="ctr">
                        <a:buNone/>
                      </a:pPr>
                      <a:r>
                        <a:rPr lang="en-US" altLang="zh-CN"/>
                        <a:t>alphabiz001</a:t>
                      </a:r>
                      <a:endParaRPr lang="en-US" altLang="zh-CN"/>
                    </a:p>
                  </a:txBody>
                  <a:tcPr/>
                </a:tc>
                <a:tc>
                  <a:txBody>
                    <a:bodyPr/>
                    <a:lstStyle/>
                    <a:p>
                      <a:pPr algn="ctr">
                        <a:buNone/>
                      </a:pPr>
                      <a:r>
                        <a:rPr lang="zh-CN" altLang="en-US"/>
                        <a:t>用户身份鉴权</a:t>
                      </a:r>
                      <a:endParaRPr lang="zh-CN" altLang="en-US"/>
                    </a:p>
                  </a:txBody>
                  <a:tcPr/>
                </a:tc>
                <a:tc>
                  <a:txBody>
                    <a:bodyPr/>
                    <a:lstStyle/>
                    <a:p>
                      <a:pPr algn="ctr">
                        <a:buNone/>
                      </a:pPr>
                      <a:r>
                        <a:rPr lang="en-US" altLang="zh-CN"/>
                        <a:t>alphabiz001001</a:t>
                      </a:r>
                      <a:endParaRPr lang="en-US" altLang="zh-CN"/>
                    </a:p>
                  </a:txBody>
                  <a:tcPr/>
                </a:tc>
              </a:tr>
              <a:tr h="426720">
                <a:tc>
                  <a:txBody>
                    <a:bodyPr/>
                    <a:lstStyle/>
                    <a:p>
                      <a:pPr>
                        <a:buNone/>
                      </a:pPr>
                      <a:r>
                        <a:rPr lang="en-US" altLang="zh-CN"/>
                        <a:t>-</a:t>
                      </a:r>
                      <a:endParaRPr lang="en-US" altLang="zh-CN"/>
                    </a:p>
                  </a:txBody>
                  <a:tcPr/>
                </a:tc>
                <a:tc>
                  <a:txBody>
                    <a:bodyPr/>
                    <a:lstStyle/>
                    <a:p>
                      <a:pPr>
                        <a:buNone/>
                      </a:pPr>
                      <a:endParaRPr lang="zh-CN" altLang="en-US"/>
                    </a:p>
                  </a:txBody>
                  <a:tcPr/>
                </a:tc>
                <a:tc>
                  <a:txBody>
                    <a:bodyPr/>
                    <a:lstStyle/>
                    <a:p>
                      <a:pPr>
                        <a:buNone/>
                      </a:pPr>
                      <a:endParaRPr lang="zh-CN" altLang="en-US"/>
                    </a:p>
                  </a:txBody>
                  <a:tcPr/>
                </a:tc>
                <a:tc>
                  <a:txBody>
                    <a:bodyPr/>
                    <a:lstStyle/>
                    <a:p>
                      <a:pPr algn="ctr">
                        <a:buNone/>
                      </a:pPr>
                      <a:r>
                        <a:rPr lang="zh-CN" altLang="en-US"/>
                        <a:t>数据导出菜单</a:t>
                      </a:r>
                      <a:endParaRPr lang="zh-CN" altLang="en-US"/>
                    </a:p>
                  </a:txBody>
                  <a:tcPr/>
                </a:tc>
                <a:tc>
                  <a:txBody>
                    <a:bodyPr/>
                    <a:lstStyle/>
                    <a:p>
                      <a:pPr algn="ctr">
                        <a:buNone/>
                      </a:pPr>
                      <a:r>
                        <a:rPr lang="en-US" altLang="zh-CN"/>
                        <a:t>alphabiz001002</a:t>
                      </a:r>
                      <a:endParaRPr lang="en-US" altLang="zh-CN"/>
                    </a:p>
                  </a:txBody>
                  <a:tcPr/>
                </a:tc>
              </a:tr>
              <a:tr h="762000">
                <a:tc>
                  <a:txBody>
                    <a:bodyPr/>
                    <a:lstStyle/>
                    <a:p>
                      <a:pPr>
                        <a:buNone/>
                      </a:pPr>
                      <a:r>
                        <a:rPr lang="en-US" altLang="zh-CN"/>
                        <a:t>2</a:t>
                      </a:r>
                      <a:endParaRPr lang="en-US" altLang="zh-CN"/>
                    </a:p>
                  </a:txBody>
                  <a:tcPr/>
                </a:tc>
                <a:tc>
                  <a:txBody>
                    <a:bodyPr/>
                    <a:lstStyle/>
                    <a:p>
                      <a:pPr algn="ctr">
                        <a:buNone/>
                      </a:pPr>
                      <a:r>
                        <a:rPr lang="zh-CN" altLang="en-US"/>
                        <a:t>时空可视化漫游</a:t>
                      </a:r>
                      <a:endParaRPr lang="zh-CN" altLang="en-US"/>
                    </a:p>
                  </a:txBody>
                  <a:tcPr/>
                </a:tc>
                <a:tc>
                  <a:txBody>
                    <a:bodyPr/>
                    <a:lstStyle/>
                    <a:p>
                      <a:pPr algn="ctr">
                        <a:buNone/>
                      </a:pPr>
                      <a:r>
                        <a:rPr lang="en-US" altLang="zh-CN"/>
                        <a:t>alphabiz002</a:t>
                      </a:r>
                      <a:endParaRPr lang="en-US" altLang="zh-CN"/>
                    </a:p>
                  </a:txBody>
                  <a:tcPr/>
                </a:tc>
                <a:tc>
                  <a:txBody>
                    <a:bodyPr/>
                    <a:lstStyle/>
                    <a:p>
                      <a:pPr algn="ctr">
                        <a:buNone/>
                      </a:pPr>
                      <a:r>
                        <a:rPr lang="zh-CN" altLang="en-US"/>
                        <a:t>静态图层与辅助信息渲染</a:t>
                      </a:r>
                      <a:endParaRPr lang="zh-CN" altLang="en-US"/>
                    </a:p>
                  </a:txBody>
                  <a:tcPr/>
                </a:tc>
                <a:tc>
                  <a:txBody>
                    <a:bodyPr/>
                    <a:lstStyle/>
                    <a:p>
                      <a:pPr algn="ctr">
                        <a:buNone/>
                      </a:pPr>
                      <a:r>
                        <a:rPr lang="en-US" altLang="zh-CN"/>
                        <a:t>alphabiz002001</a:t>
                      </a:r>
                      <a:endParaRPr lang="en-US" altLang="zh-CN"/>
                    </a:p>
                  </a:txBody>
                  <a:tcPr/>
                </a:tc>
              </a:tr>
              <a:tr h="426720">
                <a:tc>
                  <a:txBody>
                    <a:bodyPr/>
                    <a:lstStyle/>
                    <a:p>
                      <a:pPr>
                        <a:buNone/>
                      </a:pPr>
                      <a:r>
                        <a:rPr lang="en-US" altLang="zh-CN"/>
                        <a:t>-</a:t>
                      </a:r>
                      <a:endParaRPr lang="en-US" altLang="zh-CN"/>
                    </a:p>
                  </a:txBody>
                  <a:tcPr/>
                </a:tc>
                <a:tc>
                  <a:txBody>
                    <a:bodyPr/>
                    <a:lstStyle/>
                    <a:p>
                      <a:pPr>
                        <a:buNone/>
                      </a:pPr>
                      <a:endParaRPr lang="zh-CN" altLang="en-US"/>
                    </a:p>
                  </a:txBody>
                  <a:tcPr/>
                </a:tc>
                <a:tc>
                  <a:txBody>
                    <a:bodyPr/>
                    <a:lstStyle/>
                    <a:p>
                      <a:pPr>
                        <a:buNone/>
                      </a:pPr>
                      <a:endParaRPr lang="zh-CN" altLang="en-US"/>
                    </a:p>
                  </a:txBody>
                  <a:tcPr/>
                </a:tc>
                <a:tc>
                  <a:txBody>
                    <a:bodyPr/>
                    <a:lstStyle/>
                    <a:p>
                      <a:pPr algn="ctr">
                        <a:buNone/>
                      </a:pPr>
                      <a:r>
                        <a:rPr lang="zh-CN" altLang="en-US"/>
                        <a:t>航迹语音时间对齐</a:t>
                      </a:r>
                      <a:endParaRPr lang="zh-CN" altLang="en-US"/>
                    </a:p>
                  </a:txBody>
                  <a:tcPr/>
                </a:tc>
                <a:tc>
                  <a:txBody>
                    <a:bodyPr/>
                    <a:lstStyle/>
                    <a:p>
                      <a:pPr algn="ctr">
                        <a:buNone/>
                      </a:pPr>
                      <a:r>
                        <a:rPr lang="en-US" altLang="zh-CN"/>
                        <a:t>alphabiz003001</a:t>
                      </a:r>
                      <a:endParaRPr lang="en-US" altLang="zh-CN"/>
                    </a:p>
                  </a:txBody>
                  <a:tcPr/>
                </a:tc>
              </a:tr>
              <a:tr h="426720">
                <a:tc>
                  <a:txBody>
                    <a:bodyPr/>
                    <a:lstStyle/>
                    <a:p>
                      <a:pPr>
                        <a:buNone/>
                      </a:pPr>
                      <a:r>
                        <a:rPr lang="en-US" altLang="zh-CN"/>
                        <a:t>3</a:t>
                      </a:r>
                      <a:endParaRPr lang="en-US" altLang="zh-CN"/>
                    </a:p>
                  </a:txBody>
                  <a:tcPr/>
                </a:tc>
                <a:tc>
                  <a:txBody>
                    <a:bodyPr/>
                    <a:lstStyle/>
                    <a:p>
                      <a:pPr algn="ctr">
                        <a:buNone/>
                      </a:pPr>
                      <a:r>
                        <a:rPr lang="zh-CN" altLang="en-US"/>
                        <a:t>标注校对工作台</a:t>
                      </a:r>
                      <a:endParaRPr lang="zh-CN" altLang="en-US"/>
                    </a:p>
                  </a:txBody>
                  <a:tcPr/>
                </a:tc>
                <a:tc>
                  <a:txBody>
                    <a:bodyPr/>
                    <a:lstStyle/>
                    <a:p>
                      <a:pPr algn="ctr">
                        <a:buNone/>
                      </a:pPr>
                      <a:r>
                        <a:rPr lang="en-US" altLang="zh-CN"/>
                        <a:t>alphabiz003</a:t>
                      </a:r>
                      <a:endParaRPr lang="en-US" altLang="zh-CN"/>
                    </a:p>
                  </a:txBody>
                  <a:tcPr/>
                </a:tc>
                <a:tc>
                  <a:txBody>
                    <a:bodyPr/>
                    <a:lstStyle/>
                    <a:p>
                      <a:pPr algn="ctr">
                        <a:buNone/>
                      </a:pPr>
                      <a:r>
                        <a:rPr lang="zh-CN" altLang="en-US"/>
                        <a:t>识别文本编辑保存</a:t>
                      </a:r>
                      <a:endParaRPr lang="zh-CN" altLang="en-US"/>
                    </a:p>
                  </a:txBody>
                  <a:tcPr/>
                </a:tc>
                <a:tc>
                  <a:txBody>
                    <a:bodyPr/>
                    <a:lstStyle/>
                    <a:p>
                      <a:pPr algn="ctr">
                        <a:buNone/>
                      </a:pPr>
                      <a:r>
                        <a:rPr lang="en-US" altLang="zh-CN"/>
                        <a:t>a4biz005</a:t>
                      </a:r>
                      <a:endParaRPr lang="en-US" altLang="zh-CN"/>
                    </a:p>
                  </a:txBody>
                  <a:tcPr/>
                </a:tc>
              </a:tr>
              <a:tr h="426720">
                <a:tc>
                  <a:txBody>
                    <a:bodyPr/>
                    <a:p>
                      <a:pPr>
                        <a:buNone/>
                      </a:pPr>
                      <a:r>
                        <a:rPr lang="en-US" altLang="zh-CN"/>
                        <a:t>-</a:t>
                      </a:r>
                      <a:endParaRPr lang="en-US" altLang="zh-CN"/>
                    </a:p>
                  </a:txBody>
                  <a:tcPr/>
                </a:tc>
                <a:tc>
                  <a:txBody>
                    <a:bodyPr/>
                    <a:p>
                      <a:pPr algn="ctr">
                        <a:buNone/>
                      </a:pPr>
                      <a:endParaRPr lang="zh-CN" altLang="en-US"/>
                    </a:p>
                  </a:txBody>
                  <a:tcPr/>
                </a:tc>
                <a:tc>
                  <a:txBody>
                    <a:bodyPr/>
                    <a:p>
                      <a:pPr algn="ctr">
                        <a:buNone/>
                      </a:pPr>
                      <a:endParaRPr lang="en-US" altLang="zh-CN"/>
                    </a:p>
                  </a:txBody>
                  <a:tcPr/>
                </a:tc>
                <a:tc>
                  <a:txBody>
                    <a:bodyPr/>
                    <a:p>
                      <a:pPr algn="ctr">
                        <a:buNone/>
                      </a:pPr>
                      <a:r>
                        <a:rPr lang="zh-CN" altLang="en-US"/>
                        <a:t>标注文本编辑与保存</a:t>
                      </a:r>
                      <a:endParaRPr lang="zh-CN" altLang="en-US"/>
                    </a:p>
                  </a:txBody>
                  <a:tcPr/>
                </a:tc>
                <a:tc>
                  <a:txBody>
                    <a:bodyPr/>
                    <a:p>
                      <a:pPr algn="ctr">
                        <a:buNone/>
                      </a:pPr>
                      <a:r>
                        <a:rPr lang="en-US" altLang="zh-CN"/>
                        <a:t>alphabiz003002</a:t>
                      </a:r>
                      <a:endParaRPr lang="en-US" altLang="zh-CN"/>
                    </a:p>
                  </a:txBody>
                  <a:tcPr/>
                </a:tc>
              </a:tr>
            </a:tbl>
          </a:graphicData>
        </a:graphic>
      </p:graphicFrame>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p:nvPr/>
        </p:nvGraphicFramePr>
        <p:xfrm>
          <a:off x="840740" y="1269365"/>
          <a:ext cx="10445750" cy="4870450"/>
        </p:xfrm>
        <a:graphic>
          <a:graphicData uri="http://schemas.openxmlformats.org/drawingml/2006/table">
            <a:tbl>
              <a:tblPr>
                <a:tableStyleId>{8A107856-5554-42FB-B03E-39F5DBC370BA}</a:tableStyleId>
              </a:tblPr>
              <a:tblGrid>
                <a:gridCol w="1998980"/>
                <a:gridCol w="4271010"/>
                <a:gridCol w="1733550"/>
                <a:gridCol w="2442210"/>
              </a:tblGrid>
              <a:tr h="417195">
                <a:tc>
                  <a:txBody>
                    <a:bodyPr/>
                    <a:p>
                      <a:pPr algn="l" defTabSz="1113790">
                        <a:lnSpc>
                          <a:spcPct val="100000"/>
                        </a:lnSpc>
                        <a:buClrTx/>
                        <a:buSzTx/>
                        <a:buFontTx/>
                      </a:pPr>
                      <a:r>
                        <a:rPr lang="zh-CN" altLang="en-US" sz="2200"/>
                        <a:t>名称</a:t>
                      </a:r>
                      <a:endParaRPr lang="zh-CN" altLang="en-US" sz="2200"/>
                    </a:p>
                  </a:txBody>
                  <a:tcPr marL="68580" marR="68580" marT="0" marB="0" anchor="t" anchorCtr="0"/>
                </a:tc>
                <a:tc>
                  <a:txBody>
                    <a:bodyPr/>
                    <a:p>
                      <a:pPr marL="0" algn="l">
                        <a:buClrTx/>
                        <a:buSzTx/>
                        <a:buFontTx/>
                      </a:pPr>
                      <a:r>
                        <a:rPr lang="zh-CN" altLang="en-US" sz="2200"/>
                        <a:t>用户身份鉴权</a:t>
                      </a:r>
                      <a:endParaRPr lang="zh-CN" altLang="en-US" sz="2200"/>
                    </a:p>
                  </a:txBody>
                  <a:tcPr marL="68580" marR="68580" marT="0" marB="0" anchor="ctr" anchorCtr="0"/>
                </a:tc>
                <a:tc>
                  <a:txBody>
                    <a:bodyPr/>
                    <a:p>
                      <a:pPr marL="0" algn="l">
                        <a:buClrTx/>
                        <a:buSzTx/>
                        <a:buFontTx/>
                      </a:pPr>
                      <a:r>
                        <a:rPr lang="zh-CN" altLang="en-US" sz="2200"/>
                        <a:t>需求编号</a:t>
                      </a:r>
                      <a:endParaRPr lang="zh-CN" altLang="en-US" sz="2200"/>
                    </a:p>
                  </a:txBody>
                  <a:tcPr marL="68580" marR="68580" marT="0" marB="0" anchor="ctr" anchorCtr="0"/>
                </a:tc>
                <a:tc>
                  <a:txBody>
                    <a:bodyPr/>
                    <a:p>
                      <a:pPr marL="0" algn="l">
                        <a:buClrTx/>
                        <a:buSzTx/>
                        <a:buFontTx/>
                      </a:pPr>
                      <a:r>
                        <a:rPr lang="zh-CN" altLang="en-US" sz="2200"/>
                        <a:t>alphabiz001001</a:t>
                      </a:r>
                      <a:endParaRPr lang="zh-CN" altLang="en-US" sz="2200"/>
                    </a:p>
                  </a:txBody>
                  <a:tcPr marL="68580" marR="68580" marT="0" marB="0" anchor="ctr" anchorCtr="0"/>
                </a:tc>
              </a:tr>
              <a:tr h="859155">
                <a:tc>
                  <a:txBody>
                    <a:bodyPr/>
                    <a:p>
                      <a:pPr algn="l" defTabSz="1113790">
                        <a:lnSpc>
                          <a:spcPct val="100000"/>
                        </a:lnSpc>
                        <a:buClrTx/>
                        <a:buSzTx/>
                        <a:buFontTx/>
                      </a:pPr>
                      <a:r>
                        <a:rPr lang="zh-CN" altLang="en-US" sz="2200"/>
                        <a:t>功能描述</a:t>
                      </a:r>
                      <a:endParaRPr lang="zh-CN" altLang="en-US" sz="2200"/>
                    </a:p>
                  </a:txBody>
                  <a:tcPr marL="68580" marR="68580" marT="0" marB="0" anchor="t" anchorCtr="0"/>
                </a:tc>
                <a:tc gridSpan="3">
                  <a:txBody>
                    <a:bodyPr/>
                    <a:p>
                      <a:pPr marL="0" algn="l">
                        <a:lnSpc>
                          <a:spcPct val="100000"/>
                        </a:lnSpc>
                        <a:buClrTx/>
                        <a:buSzTx/>
                        <a:buFontTx/>
                      </a:pPr>
                      <a:r>
                        <a:rPr lang="zh-CN" altLang="en-US" sz="2200"/>
                        <a:t>提供系统的准入校验，通过账号密码核实用户身份，拦截未授权的访问，保障数据安全。</a:t>
                      </a:r>
                      <a:endParaRPr lang="zh-CN" altLang="en-US" sz="2200"/>
                    </a:p>
                  </a:txBody>
                  <a:tcPr marL="68580" marR="68580" marT="0" marB="0" anchor="b" anchorCtr="0"/>
                </a:tc>
                <a:tc hMerge="1">
                  <a:tcPr/>
                </a:tc>
                <a:tc hMerge="1">
                  <a:tcPr/>
                </a:tc>
              </a:tr>
              <a:tr h="860425">
                <a:tc>
                  <a:txBody>
                    <a:bodyPr/>
                    <a:p>
                      <a:pPr algn="l" defTabSz="1113790">
                        <a:lnSpc>
                          <a:spcPct val="100000"/>
                        </a:lnSpc>
                        <a:buClrTx/>
                        <a:buSzTx/>
                        <a:buFontTx/>
                      </a:pPr>
                      <a:r>
                        <a:rPr lang="zh-CN" altLang="en-US" sz="2200"/>
                        <a:t>参与用户</a:t>
                      </a:r>
                      <a:endParaRPr lang="zh-CN" altLang="en-US" sz="2200"/>
                    </a:p>
                  </a:txBody>
                  <a:tcPr marL="68580" marR="68580" marT="0" marB="0" anchor="t" anchorCtr="0"/>
                </a:tc>
                <a:tc gridSpan="3">
                  <a:txBody>
                    <a:bodyPr/>
                    <a:p>
                      <a:pPr marL="0" algn="l">
                        <a:lnSpc>
                          <a:spcPct val="100000"/>
                        </a:lnSpc>
                        <a:buClrTx/>
                        <a:buSzTx/>
                        <a:buFontTx/>
                      </a:pPr>
                      <a:r>
                        <a:rPr lang="zh-CN" altLang="en-US" sz="2200"/>
                        <a:t>所有用户</a:t>
                      </a:r>
                      <a:endParaRPr lang="zh-CN" altLang="en-US" sz="2200"/>
                    </a:p>
                  </a:txBody>
                  <a:tcPr marL="68580" marR="68580" marT="0" marB="0" anchor="b" anchorCtr="0"/>
                </a:tc>
                <a:tc hMerge="1">
                  <a:tcPr/>
                </a:tc>
                <a:tc hMerge="1">
                  <a:tcPr/>
                </a:tc>
              </a:tr>
              <a:tr h="440690">
                <a:tc>
                  <a:txBody>
                    <a:bodyPr/>
                    <a:p>
                      <a:pPr algn="l">
                        <a:lnSpc>
                          <a:spcPct val="100000"/>
                        </a:lnSpc>
                        <a:buClrTx/>
                        <a:buSzTx/>
                        <a:buFontTx/>
                      </a:pPr>
                      <a:r>
                        <a:rPr lang="zh-CN" altLang="en-US" sz="2200"/>
                        <a:t>输入</a:t>
                      </a:r>
                      <a:endParaRPr lang="zh-CN" altLang="en-US" sz="2200"/>
                    </a:p>
                  </a:txBody>
                  <a:tcPr marL="68580" marR="68580" marT="0" marB="0" anchor="t" anchorCtr="0"/>
                </a:tc>
                <a:tc gridSpan="3">
                  <a:txBody>
                    <a:bodyPr/>
                    <a:p>
                      <a:pPr marL="0" algn="l">
                        <a:lnSpc>
                          <a:spcPct val="100000"/>
                        </a:lnSpc>
                        <a:buClrTx/>
                        <a:buSzTx/>
                        <a:buFontTx/>
                      </a:pPr>
                      <a:r>
                        <a:rPr lang="zh-CN" altLang="en-US" sz="2200"/>
                        <a:t>用户名、密码</a:t>
                      </a:r>
                      <a:endParaRPr lang="zh-CN" altLang="en-US" sz="2200"/>
                    </a:p>
                  </a:txBody>
                  <a:tcPr marL="68580" marR="68580" marT="0" marB="0" anchor="b" anchorCtr="0"/>
                </a:tc>
                <a:tc hMerge="1">
                  <a:tcPr/>
                </a:tc>
                <a:tc hMerge="1">
                  <a:tcPr/>
                </a:tc>
              </a:tr>
              <a:tr h="740410">
                <a:tc>
                  <a:txBody>
                    <a:bodyPr/>
                    <a:p>
                      <a:pPr algn="l">
                        <a:lnSpc>
                          <a:spcPct val="100000"/>
                        </a:lnSpc>
                        <a:buClrTx/>
                        <a:buSzTx/>
                        <a:buFontTx/>
                      </a:pPr>
                      <a:r>
                        <a:rPr lang="zh-CN" altLang="en-US" sz="2200"/>
                        <a:t>操作序列</a:t>
                      </a:r>
                      <a:endParaRPr lang="zh-CN" altLang="en-US" sz="2200"/>
                    </a:p>
                  </a:txBody>
                  <a:tcPr marL="68580" marR="68580" marT="0" marB="0" anchor="t" anchorCtr="0"/>
                </a:tc>
                <a:tc gridSpan="3">
                  <a:txBody>
                    <a:bodyPr/>
                    <a:p>
                      <a:pPr marL="0" algn="l">
                        <a:lnSpc>
                          <a:spcPct val="100000"/>
                        </a:lnSpc>
                        <a:buClrTx/>
                        <a:buSzTx/>
                        <a:buFontTx/>
                      </a:pPr>
                      <a:r>
                        <a:rPr lang="zh-CN" altLang="en-US" sz="2200"/>
                        <a:t>进入系统前端地址后，弹出登录表单，输入凭证后点击登录，校验成功跳转至标注工作台主界面。</a:t>
                      </a:r>
                      <a:endParaRPr lang="zh-CN" altLang="en-US" sz="2200"/>
                    </a:p>
                  </a:txBody>
                  <a:tcPr marL="68580" marR="68580" marT="0" marB="0" anchor="b" anchorCtr="0"/>
                </a:tc>
                <a:tc hMerge="1">
                  <a:tcPr/>
                </a:tc>
                <a:tc hMerge="1">
                  <a:tcPr/>
                </a:tc>
              </a:tr>
              <a:tr h="523240">
                <a:tc>
                  <a:txBody>
                    <a:bodyPr/>
                    <a:p>
                      <a:pPr algn="l">
                        <a:lnSpc>
                          <a:spcPct val="100000"/>
                        </a:lnSpc>
                        <a:buClrTx/>
                        <a:buSzTx/>
                        <a:buFontTx/>
                      </a:pPr>
                      <a:r>
                        <a:rPr lang="zh-CN" altLang="en-US" sz="2200"/>
                        <a:t>扩展及异常</a:t>
                      </a:r>
                      <a:endParaRPr lang="zh-CN" altLang="en-US" sz="2200"/>
                    </a:p>
                  </a:txBody>
                  <a:tcPr marL="68580" marR="68580" marT="0" marB="0" anchor="t" anchorCtr="0"/>
                </a:tc>
                <a:tc gridSpan="3">
                  <a:txBody>
                    <a:bodyPr/>
                    <a:p>
                      <a:pPr marL="0" algn="l">
                        <a:lnSpc>
                          <a:spcPct val="100000"/>
                        </a:lnSpc>
                        <a:buClrTx/>
                        <a:buSzTx/>
                        <a:buFontTx/>
                      </a:pPr>
                      <a:r>
                        <a:rPr lang="zh-CN" altLang="en-US" sz="2200"/>
                        <a:t>若密码错误或登录状态失效，前端拦截路由跳转，并弹出提示“认证失败”。</a:t>
                      </a:r>
                      <a:endParaRPr lang="zh-CN" altLang="en-US" sz="2200"/>
                    </a:p>
                  </a:txBody>
                  <a:tcPr marL="68580" marR="68580" marT="0" marB="0" anchor="b" anchorCtr="0"/>
                </a:tc>
                <a:tc hMerge="1">
                  <a:tcPr/>
                </a:tc>
                <a:tc hMerge="1">
                  <a:tcPr/>
                </a:tc>
              </a:tr>
              <a:tr h="440690">
                <a:tc>
                  <a:txBody>
                    <a:bodyPr/>
                    <a:p>
                      <a:pPr algn="l">
                        <a:lnSpc>
                          <a:spcPct val="100000"/>
                        </a:lnSpc>
                        <a:buClrTx/>
                        <a:buSzTx/>
                        <a:buFontTx/>
                      </a:pPr>
                      <a:r>
                        <a:rPr lang="zh-CN" altLang="en-US" sz="2200"/>
                        <a:t>输出</a:t>
                      </a:r>
                      <a:endParaRPr lang="zh-CN" altLang="en-US" sz="2200"/>
                    </a:p>
                  </a:txBody>
                  <a:tcPr marL="68580" marR="68580" marT="0" marB="0" anchor="t" anchorCtr="0"/>
                </a:tc>
                <a:tc gridSpan="3">
                  <a:txBody>
                    <a:bodyPr/>
                    <a:p>
                      <a:pPr marL="0" algn="l">
                        <a:lnSpc>
                          <a:spcPct val="100000"/>
                        </a:lnSpc>
                        <a:buClrTx/>
                        <a:buSzTx/>
                        <a:buFontTx/>
                      </a:pPr>
                      <a:r>
                        <a:rPr lang="zh-CN" altLang="en-US" sz="2200"/>
                        <a:t>页面路由流转及本地凭证记录。</a:t>
                      </a:r>
                      <a:endParaRPr lang="zh-CN" altLang="en-US" sz="2200"/>
                    </a:p>
                  </a:txBody>
                  <a:tcPr marL="68580" marR="68580" marT="0" marB="0" anchor="b" anchorCtr="0"/>
                </a:tc>
                <a:tc hMerge="1">
                  <a:tcPr/>
                </a:tc>
                <a:tc hMerge="1">
                  <a:tcPr/>
                </a:tc>
              </a:tr>
              <a:tr h="441325">
                <a:tc>
                  <a:txBody>
                    <a:bodyPr/>
                    <a:p>
                      <a:pPr algn="l">
                        <a:lnSpc>
                          <a:spcPct val="100000"/>
                        </a:lnSpc>
                        <a:buClrTx/>
                        <a:buSzTx/>
                        <a:buFontTx/>
                      </a:pPr>
                      <a:r>
                        <a:rPr lang="zh-CN" altLang="en-US" sz="2200"/>
                        <a:t>补充说明</a:t>
                      </a:r>
                      <a:endParaRPr lang="zh-CN" altLang="en-US" sz="2200"/>
                    </a:p>
                  </a:txBody>
                  <a:tcPr marL="68580" marR="68580" marT="0" marB="0" anchor="t" anchorCtr="0"/>
                </a:tc>
                <a:tc gridSpan="3">
                  <a:txBody>
                    <a:bodyPr/>
                    <a:p>
                      <a:pPr marL="0" algn="l">
                        <a:lnSpc>
                          <a:spcPct val="100000"/>
                        </a:lnSpc>
                        <a:buClrTx/>
                        <a:buSzTx/>
                        <a:buFontTx/>
                      </a:pPr>
                      <a:r>
                        <a:rPr lang="zh-CN" altLang="en-US" sz="2200"/>
                        <a:t>此功能为所有业务操作的前置条件。</a:t>
                      </a:r>
                      <a:endParaRPr lang="zh-CN" altLang="en-US" sz="2200"/>
                    </a:p>
                  </a:txBody>
                  <a:tcPr marL="68580" marR="68580" marT="0" marB="0" anchor="b" anchorCtr="0"/>
                </a:tc>
                <a:tc hMerge="1">
                  <a:tcPr/>
                </a:tc>
                <a:tc hMerge="1">
                  <a:tcPr/>
                </a:tc>
              </a:tr>
            </a:tbl>
          </a:graphicData>
        </a:graphic>
      </p:graphicFrame>
      <p:sp>
        <p:nvSpPr>
          <p:cNvPr id="5" name="标题 4"/>
          <p:cNvSpPr/>
          <p:nvPr>
            <p:ph type="title"/>
          </p:nvPr>
        </p:nvSpPr>
        <p:spPr>
          <a:xfrm>
            <a:off x="192803" y="116906"/>
            <a:ext cx="7056784" cy="611034"/>
          </a:xfrm>
        </p:spPr>
        <p:txBody>
          <a:bodyPr/>
          <a:p>
            <a:pPr algn="l" eaLnBrk="1" hangingPunct="1">
              <a:buClrTx/>
              <a:buSzTx/>
              <a:buFontTx/>
            </a:pPr>
            <a:r>
              <a:rPr lang="zh-CN" altLang="en-US" sz="3000" b="0" dirty="0">
                <a:solidFill>
                  <a:schemeClr val="bg1"/>
                </a:solidFill>
                <a:cs typeface="+mn-cs"/>
              </a:rPr>
              <a:t>用户身份鉴权alphabiz001001</a:t>
            </a:r>
            <a:endParaRPr lang="zh-CN" altLang="en-US" sz="3000" b="0" dirty="0">
              <a:solidFill>
                <a:schemeClr val="bg1"/>
              </a:solidFill>
              <a:cs typeface="+mn-cs"/>
            </a:endParaRP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p:nvPr/>
        </p:nvGraphicFramePr>
        <p:xfrm>
          <a:off x="840740" y="1269365"/>
          <a:ext cx="10445750" cy="4870450"/>
        </p:xfrm>
        <a:graphic>
          <a:graphicData uri="http://schemas.openxmlformats.org/drawingml/2006/table">
            <a:tbl>
              <a:tblPr>
                <a:tableStyleId>{93296810-A885-4BE3-A3E7-6D5BEEA58F35}</a:tableStyleId>
              </a:tblPr>
              <a:tblGrid>
                <a:gridCol w="1998980"/>
                <a:gridCol w="4271010"/>
                <a:gridCol w="1733550"/>
                <a:gridCol w="2442210"/>
              </a:tblGrid>
              <a:tr h="417195">
                <a:tc>
                  <a:txBody>
                    <a:bodyPr/>
                    <a:p>
                      <a:pPr algn="l" defTabSz="1113790">
                        <a:lnSpc>
                          <a:spcPct val="100000"/>
                        </a:lnSpc>
                        <a:buClrTx/>
                        <a:buSzTx/>
                        <a:buFontTx/>
                      </a:pPr>
                      <a:r>
                        <a:rPr lang="zh-CN" altLang="en-US" sz="2200"/>
                        <a:t>名称</a:t>
                      </a:r>
                      <a:endParaRPr lang="zh-CN" altLang="en-US" sz="2200"/>
                    </a:p>
                  </a:txBody>
                  <a:tcPr marL="68580" marR="68580" marT="0" marB="0" anchor="t" anchorCtr="0"/>
                </a:tc>
                <a:tc>
                  <a:txBody>
                    <a:bodyPr/>
                    <a:p>
                      <a:pPr marL="0" algn="l">
                        <a:buClrTx/>
                        <a:buSzTx/>
                        <a:buFontTx/>
                      </a:pPr>
                      <a:r>
                        <a:rPr lang="zh-CN" altLang="en-US" sz="2200"/>
                        <a:t>数据导出菜单</a:t>
                      </a:r>
                      <a:endParaRPr lang="zh-CN" altLang="en-US" sz="2200"/>
                    </a:p>
                  </a:txBody>
                  <a:tcPr marL="68580" marR="68580" marT="0" marB="0" anchor="ctr" anchorCtr="0"/>
                </a:tc>
                <a:tc>
                  <a:txBody>
                    <a:bodyPr/>
                    <a:p>
                      <a:pPr marL="0" algn="l">
                        <a:buClrTx/>
                        <a:buSzTx/>
                        <a:buFontTx/>
                      </a:pPr>
                      <a:r>
                        <a:rPr lang="zh-CN" altLang="en-US" sz="2200"/>
                        <a:t>需求编号</a:t>
                      </a:r>
                      <a:endParaRPr lang="zh-CN" altLang="en-US" sz="2200"/>
                    </a:p>
                  </a:txBody>
                  <a:tcPr marL="68580" marR="68580" marT="0" marB="0" anchor="ctr" anchorCtr="0"/>
                </a:tc>
                <a:tc>
                  <a:txBody>
                    <a:bodyPr/>
                    <a:p>
                      <a:pPr marL="0" algn="l">
                        <a:buClrTx/>
                        <a:buSzTx/>
                        <a:buFontTx/>
                      </a:pPr>
                      <a:r>
                        <a:rPr lang="en-US" altLang="zh-CN" sz="2200"/>
                        <a:t>alphabiz001002</a:t>
                      </a:r>
                      <a:endParaRPr lang="en-US" altLang="zh-CN" sz="2200"/>
                    </a:p>
                  </a:txBody>
                  <a:tcPr marL="68580" marR="68580" marT="0" marB="0" anchor="ctr" anchorCtr="0"/>
                </a:tc>
              </a:tr>
              <a:tr h="859155">
                <a:tc>
                  <a:txBody>
                    <a:bodyPr/>
                    <a:p>
                      <a:pPr algn="l" defTabSz="1113790">
                        <a:lnSpc>
                          <a:spcPct val="100000"/>
                        </a:lnSpc>
                        <a:buClrTx/>
                        <a:buSzTx/>
                        <a:buFontTx/>
                      </a:pPr>
                      <a:r>
                        <a:rPr lang="zh-CN" altLang="en-US" sz="2200"/>
                        <a:t>功能描述</a:t>
                      </a:r>
                      <a:endParaRPr lang="zh-CN" altLang="en-US" sz="2200"/>
                    </a:p>
                  </a:txBody>
                  <a:tcPr marL="68580" marR="68580" marT="0" marB="0" anchor="t" anchorCtr="0"/>
                </a:tc>
                <a:tc gridSpan="3">
                  <a:txBody>
                    <a:bodyPr/>
                    <a:p>
                      <a:pPr marL="0" algn="l">
                        <a:lnSpc>
                          <a:spcPct val="100000"/>
                        </a:lnSpc>
                        <a:buClrTx/>
                        <a:buSzTx/>
                        <a:buFontTx/>
                      </a:pPr>
                      <a:r>
                        <a:rPr lang="zh-CN" altLang="en-US" sz="2200"/>
                        <a:t>在系统后台功能调用侧边栏</a:t>
                      </a:r>
                      <a:r>
                        <a:rPr lang="en-US" altLang="zh-CN" sz="2200"/>
                        <a:t>/</a:t>
                      </a:r>
                      <a:r>
                        <a:rPr lang="zh-CN" altLang="en-US" sz="2200"/>
                        <a:t>菜单中，提供将用户已标注校对完成的起止时间戳、最终文本及关联数据导出到本地的功能。</a:t>
                      </a:r>
                      <a:endParaRPr lang="zh-CN" altLang="en-US" sz="2200"/>
                    </a:p>
                  </a:txBody>
                  <a:tcPr marL="68580" marR="68580" marT="0" marB="0" anchor="b" anchorCtr="0"/>
                </a:tc>
                <a:tc hMerge="1">
                  <a:tcPr/>
                </a:tc>
                <a:tc hMerge="1">
                  <a:tcPr/>
                </a:tc>
              </a:tr>
              <a:tr h="860425">
                <a:tc>
                  <a:txBody>
                    <a:bodyPr/>
                    <a:p>
                      <a:pPr algn="l" defTabSz="1113790">
                        <a:lnSpc>
                          <a:spcPct val="100000"/>
                        </a:lnSpc>
                        <a:buClrTx/>
                        <a:buSzTx/>
                        <a:buFontTx/>
                      </a:pPr>
                      <a:r>
                        <a:rPr lang="zh-CN" altLang="en-US" sz="2200"/>
                        <a:t>参与用户</a:t>
                      </a:r>
                      <a:endParaRPr lang="zh-CN" altLang="en-US" sz="2200"/>
                    </a:p>
                  </a:txBody>
                  <a:tcPr marL="68580" marR="68580" marT="0" marB="0" anchor="t" anchorCtr="0"/>
                </a:tc>
                <a:tc gridSpan="3">
                  <a:txBody>
                    <a:bodyPr/>
                    <a:p>
                      <a:pPr marL="0" algn="l">
                        <a:lnSpc>
                          <a:spcPct val="100000"/>
                        </a:lnSpc>
                        <a:buClrTx/>
                        <a:buSzTx/>
                        <a:buFontTx/>
                      </a:pPr>
                      <a:r>
                        <a:rPr lang="zh-CN" altLang="en-US" sz="2200"/>
                        <a:t>标注员、审核员、数据分析师</a:t>
                      </a:r>
                      <a:endParaRPr lang="zh-CN" altLang="en-US" sz="2200"/>
                    </a:p>
                  </a:txBody>
                  <a:tcPr marL="68580" marR="68580" marT="0" marB="0" anchor="b" anchorCtr="0"/>
                </a:tc>
                <a:tc hMerge="1">
                  <a:tcPr/>
                </a:tc>
                <a:tc hMerge="1">
                  <a:tcPr/>
                </a:tc>
              </a:tr>
              <a:tr h="440690">
                <a:tc>
                  <a:txBody>
                    <a:bodyPr/>
                    <a:p>
                      <a:pPr algn="l">
                        <a:lnSpc>
                          <a:spcPct val="100000"/>
                        </a:lnSpc>
                        <a:buClrTx/>
                        <a:buSzTx/>
                        <a:buFontTx/>
                      </a:pPr>
                      <a:r>
                        <a:rPr lang="zh-CN" altLang="en-US" sz="2200"/>
                        <a:t>输入</a:t>
                      </a:r>
                      <a:endParaRPr lang="zh-CN" altLang="en-US" sz="2200"/>
                    </a:p>
                  </a:txBody>
                  <a:tcPr marL="68580" marR="68580" marT="0" marB="0" anchor="t" anchorCtr="0"/>
                </a:tc>
                <a:tc gridSpan="3">
                  <a:txBody>
                    <a:bodyPr/>
                    <a:p>
                      <a:pPr marL="0" algn="l">
                        <a:lnSpc>
                          <a:spcPct val="100000"/>
                        </a:lnSpc>
                        <a:buClrTx/>
                        <a:buSzTx/>
                        <a:buFontTx/>
                      </a:pPr>
                      <a:r>
                        <a:rPr lang="zh-CN" altLang="en-US" sz="2200"/>
                        <a:t>用户点击菜单</a:t>
                      </a:r>
                      <a:r>
                        <a:rPr lang="en-US" altLang="zh-CN" sz="2200"/>
                        <a:t>“</a:t>
                      </a:r>
                      <a:r>
                        <a:rPr lang="zh-CN" altLang="en-US" sz="2200"/>
                        <a:t>导出</a:t>
                      </a:r>
                      <a:r>
                        <a:rPr lang="en-US" altLang="zh-CN" sz="2200"/>
                        <a:t>”</a:t>
                      </a:r>
                      <a:r>
                        <a:rPr lang="zh-CN" altLang="en-US" sz="2200"/>
                        <a:t>按钮的操作指令，及选择导出的文件格式（如</a:t>
                      </a:r>
                      <a:r>
                        <a:rPr lang="en-US" altLang="zh-CN" sz="2200"/>
                        <a:t> JSON </a:t>
                      </a:r>
                      <a:r>
                        <a:rPr lang="zh-CN" altLang="en-US" sz="2200"/>
                        <a:t>或</a:t>
                      </a:r>
                      <a:r>
                        <a:rPr lang="en-US" altLang="zh-CN" sz="2200"/>
                        <a:t> CSV</a:t>
                      </a:r>
                      <a:r>
                        <a:rPr lang="zh-CN" altLang="en-US" sz="2200"/>
                        <a:t>）。</a:t>
                      </a:r>
                      <a:endParaRPr lang="zh-CN" altLang="en-US" sz="2200"/>
                    </a:p>
                  </a:txBody>
                  <a:tcPr marL="68580" marR="68580" marT="0" marB="0" anchor="b" anchorCtr="0"/>
                </a:tc>
                <a:tc hMerge="1">
                  <a:tcPr/>
                </a:tc>
                <a:tc hMerge="1">
                  <a:tcPr/>
                </a:tc>
              </a:tr>
              <a:tr h="740410">
                <a:tc>
                  <a:txBody>
                    <a:bodyPr/>
                    <a:p>
                      <a:pPr algn="l">
                        <a:lnSpc>
                          <a:spcPct val="100000"/>
                        </a:lnSpc>
                        <a:buClrTx/>
                        <a:buSzTx/>
                        <a:buFontTx/>
                      </a:pPr>
                      <a:r>
                        <a:rPr lang="zh-CN" altLang="en-US" sz="2200"/>
                        <a:t>操作序列</a:t>
                      </a:r>
                      <a:endParaRPr lang="zh-CN" altLang="en-US" sz="2200"/>
                    </a:p>
                  </a:txBody>
                  <a:tcPr marL="68580" marR="68580" marT="0" marB="0" anchor="t" anchorCtr="0"/>
                </a:tc>
                <a:tc gridSpan="3">
                  <a:txBody>
                    <a:bodyPr/>
                    <a:p>
                      <a:pPr marL="0" algn="l">
                        <a:lnSpc>
                          <a:spcPct val="100000"/>
                        </a:lnSpc>
                        <a:buClrTx/>
                        <a:buSzTx/>
                        <a:buFontTx/>
                      </a:pPr>
                      <a:r>
                        <a:rPr lang="zh-CN" altLang="en-US" sz="2200"/>
                        <a:t>展开侧边栏菜单</a:t>
                      </a:r>
                      <a:r>
                        <a:rPr lang="en-US" altLang="zh-CN" sz="2200"/>
                        <a:t> -&gt; </a:t>
                      </a:r>
                      <a:r>
                        <a:rPr lang="zh-CN" altLang="en-US" sz="2200"/>
                        <a:t>选择</a:t>
                      </a:r>
                      <a:r>
                        <a:rPr lang="en-US" altLang="zh-CN" sz="2200"/>
                        <a:t>“</a:t>
                      </a:r>
                      <a:r>
                        <a:rPr lang="zh-CN" altLang="en-US" sz="2200"/>
                        <a:t>数据导出</a:t>
                      </a:r>
                      <a:r>
                        <a:rPr lang="en-US" altLang="zh-CN" sz="2200"/>
                        <a:t>” -&gt; </a:t>
                      </a:r>
                      <a:r>
                        <a:rPr lang="zh-CN" altLang="en-US" sz="2200"/>
                        <a:t>勾选需要导出的任务时间段或录音记录</a:t>
                      </a:r>
                      <a:r>
                        <a:rPr lang="en-US" altLang="zh-CN" sz="2200"/>
                        <a:t> -&gt; </a:t>
                      </a:r>
                      <a:r>
                        <a:rPr lang="zh-CN" altLang="en-US" sz="2200"/>
                        <a:t>点击确认下载。</a:t>
                      </a:r>
                      <a:endParaRPr lang="zh-CN" altLang="en-US" sz="2200"/>
                    </a:p>
                  </a:txBody>
                  <a:tcPr marL="68580" marR="68580" marT="0" marB="0" anchor="b" anchorCtr="0"/>
                </a:tc>
                <a:tc hMerge="1">
                  <a:tcPr/>
                </a:tc>
                <a:tc hMerge="1">
                  <a:tcPr/>
                </a:tc>
              </a:tr>
              <a:tr h="523240">
                <a:tc>
                  <a:txBody>
                    <a:bodyPr/>
                    <a:p>
                      <a:pPr algn="l">
                        <a:lnSpc>
                          <a:spcPct val="100000"/>
                        </a:lnSpc>
                        <a:buClrTx/>
                        <a:buSzTx/>
                        <a:buFontTx/>
                      </a:pPr>
                      <a:r>
                        <a:rPr lang="zh-CN" altLang="en-US" sz="2200"/>
                        <a:t>扩展及异常</a:t>
                      </a:r>
                      <a:endParaRPr lang="zh-CN" altLang="en-US" sz="2200"/>
                    </a:p>
                  </a:txBody>
                  <a:tcPr marL="68580" marR="68580" marT="0" marB="0" anchor="t" anchorCtr="0"/>
                </a:tc>
                <a:tc gridSpan="3">
                  <a:txBody>
                    <a:bodyPr/>
                    <a:p>
                      <a:pPr marL="0" algn="l">
                        <a:lnSpc>
                          <a:spcPct val="100000"/>
                        </a:lnSpc>
                        <a:buClrTx/>
                        <a:buSzTx/>
                        <a:buFontTx/>
                      </a:pPr>
                      <a:r>
                        <a:rPr lang="zh-CN" altLang="en-US" sz="2200"/>
                        <a:t>若当前任务段尚未保存任何人工标注数据，前端拦截操作并弹出</a:t>
                      </a:r>
                      <a:r>
                        <a:rPr lang="en-US" altLang="zh-CN" sz="2200"/>
                        <a:t> Toast </a:t>
                      </a:r>
                      <a:r>
                        <a:rPr lang="zh-CN" altLang="en-US" sz="2200"/>
                        <a:t>提示</a:t>
                      </a:r>
                      <a:r>
                        <a:rPr lang="en-US" altLang="zh-CN" sz="2200"/>
                        <a:t>“</a:t>
                      </a:r>
                      <a:r>
                        <a:rPr lang="zh-CN" altLang="en-US" sz="2200"/>
                        <a:t>暂无可导出的标注数据</a:t>
                      </a:r>
                      <a:r>
                        <a:rPr lang="en-US" altLang="zh-CN" sz="2200"/>
                        <a:t>”</a:t>
                      </a:r>
                      <a:r>
                        <a:rPr lang="zh-CN" altLang="en-US" sz="2200"/>
                        <a:t>。</a:t>
                      </a:r>
                      <a:endParaRPr lang="zh-CN" altLang="en-US" sz="2200"/>
                    </a:p>
                  </a:txBody>
                  <a:tcPr marL="68580" marR="68580" marT="0" marB="0" anchor="b" anchorCtr="0"/>
                </a:tc>
                <a:tc hMerge="1">
                  <a:tcPr/>
                </a:tc>
                <a:tc hMerge="1">
                  <a:tcPr/>
                </a:tc>
              </a:tr>
              <a:tr h="440690">
                <a:tc>
                  <a:txBody>
                    <a:bodyPr/>
                    <a:p>
                      <a:pPr algn="l">
                        <a:lnSpc>
                          <a:spcPct val="100000"/>
                        </a:lnSpc>
                        <a:buClrTx/>
                        <a:buSzTx/>
                        <a:buFontTx/>
                      </a:pPr>
                      <a:r>
                        <a:rPr lang="zh-CN" altLang="en-US" sz="2200"/>
                        <a:t>输出</a:t>
                      </a:r>
                      <a:endParaRPr lang="zh-CN" altLang="en-US" sz="2200"/>
                    </a:p>
                  </a:txBody>
                  <a:tcPr marL="68580" marR="68580" marT="0" marB="0" anchor="t" anchorCtr="0"/>
                </a:tc>
                <a:tc gridSpan="3">
                  <a:txBody>
                    <a:bodyPr/>
                    <a:p>
                      <a:pPr marL="0" algn="l">
                        <a:lnSpc>
                          <a:spcPct val="100000"/>
                        </a:lnSpc>
                        <a:buClrTx/>
                        <a:buSzTx/>
                        <a:buFontTx/>
                      </a:pPr>
                      <a:r>
                        <a:rPr lang="zh-CN" altLang="en-US" sz="2200"/>
                        <a:t>生成并触发浏览器下载的</a:t>
                      </a:r>
                      <a:r>
                        <a:rPr lang="en-US" altLang="zh-CN" sz="2200"/>
                        <a:t> CSV </a:t>
                      </a:r>
                      <a:r>
                        <a:rPr lang="zh-CN" altLang="en-US" sz="2200"/>
                        <a:t>或</a:t>
                      </a:r>
                      <a:r>
                        <a:rPr lang="en-US" altLang="zh-CN" sz="2200"/>
                        <a:t> JSON </a:t>
                      </a:r>
                      <a:r>
                        <a:rPr lang="zh-CN" altLang="en-US" sz="2200"/>
                        <a:t>格式文件流。</a:t>
                      </a:r>
                      <a:endParaRPr lang="zh-CN" altLang="en-US" sz="2200"/>
                    </a:p>
                  </a:txBody>
                  <a:tcPr marL="68580" marR="68580" marT="0" marB="0" anchor="b" anchorCtr="0"/>
                </a:tc>
                <a:tc hMerge="1">
                  <a:tcPr/>
                </a:tc>
                <a:tc hMerge="1">
                  <a:tcPr/>
                </a:tc>
              </a:tr>
              <a:tr h="441325">
                <a:tc>
                  <a:txBody>
                    <a:bodyPr/>
                    <a:p>
                      <a:pPr algn="l">
                        <a:lnSpc>
                          <a:spcPct val="100000"/>
                        </a:lnSpc>
                        <a:buClrTx/>
                        <a:buSzTx/>
                        <a:buFontTx/>
                      </a:pPr>
                      <a:r>
                        <a:rPr lang="zh-CN" altLang="en-US" sz="2200"/>
                        <a:t>补充说明</a:t>
                      </a:r>
                      <a:endParaRPr lang="zh-CN" altLang="en-US" sz="2200"/>
                    </a:p>
                  </a:txBody>
                  <a:tcPr marL="68580" marR="68580" marT="0" marB="0" anchor="t" anchorCtr="0"/>
                </a:tc>
                <a:tc gridSpan="3">
                  <a:txBody>
                    <a:bodyPr/>
                    <a:p>
                      <a:pPr marL="0" algn="l">
                        <a:lnSpc>
                          <a:spcPct val="100000"/>
                        </a:lnSpc>
                        <a:buClrTx/>
                        <a:buSzTx/>
                        <a:buFontTx/>
                      </a:pPr>
                      <a:r>
                        <a:rPr lang="zh-CN" altLang="en-US" sz="2200"/>
                        <a:t>此功能能够极大地便利数据分析师将标注成果转移到外部系统中进行后续科研与复盘。</a:t>
                      </a:r>
                      <a:endParaRPr lang="zh-CN" altLang="en-US" sz="2200"/>
                    </a:p>
                  </a:txBody>
                  <a:tcPr marL="68580" marR="68580" marT="0" marB="0" anchor="b" anchorCtr="0"/>
                </a:tc>
                <a:tc hMerge="1">
                  <a:tcPr/>
                </a:tc>
                <a:tc hMerge="1">
                  <a:tcPr/>
                </a:tc>
              </a:tr>
            </a:tbl>
          </a:graphicData>
        </a:graphic>
      </p:graphicFrame>
      <p:sp>
        <p:nvSpPr>
          <p:cNvPr id="5" name="标题 4"/>
          <p:cNvSpPr/>
          <p:nvPr>
            <p:ph type="title"/>
          </p:nvPr>
        </p:nvSpPr>
        <p:spPr>
          <a:xfrm>
            <a:off x="192803" y="116906"/>
            <a:ext cx="7056784" cy="611034"/>
          </a:xfrm>
        </p:spPr>
        <p:txBody>
          <a:bodyPr/>
          <a:p>
            <a:pPr algn="l" eaLnBrk="1" hangingPunct="1">
              <a:buClrTx/>
              <a:buSzTx/>
              <a:buFontTx/>
            </a:pPr>
            <a:r>
              <a:rPr lang="zh-CN" altLang="en-US" sz="3000" b="0" dirty="0">
                <a:solidFill>
                  <a:schemeClr val="bg1"/>
                </a:solidFill>
                <a:cs typeface="+mn-cs"/>
              </a:rPr>
              <a:t>数据导出菜单</a:t>
            </a:r>
            <a:r>
              <a:rPr lang="en-US" altLang="zh-CN" sz="3000" b="0" dirty="0">
                <a:solidFill>
                  <a:schemeClr val="bg1"/>
                </a:solidFill>
                <a:cs typeface="+mn-cs"/>
              </a:rPr>
              <a:t>alphabiz001002</a:t>
            </a:r>
            <a:endParaRPr lang="en-US" altLang="zh-CN" sz="3000" b="0" dirty="0">
              <a:solidFill>
                <a:schemeClr val="bg1"/>
              </a:solidFill>
              <a:cs typeface="+mn-cs"/>
            </a:endParaRP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TextBox 11"/>
          <p:cNvSpPr txBox="1"/>
          <p:nvPr/>
        </p:nvSpPr>
        <p:spPr>
          <a:xfrm>
            <a:off x="335447" y="152331"/>
            <a:ext cx="8858484" cy="583565"/>
          </a:xfrm>
          <a:prstGeom prst="rect">
            <a:avLst/>
          </a:prstGeom>
          <a:noFill/>
        </p:spPr>
        <p:txBody>
          <a:bodyPr wrap="square" lIns="121944" tIns="60972" rIns="121944" bIns="60972" rtlCol="0">
            <a:spAutoFit/>
          </a:bodyPr>
          <a:lstStyle/>
          <a:p>
            <a:r>
              <a:rPr lang="zh-CN" altLang="en-US" sz="3000" dirty="0">
                <a:solidFill>
                  <a:schemeClr val="bg1"/>
                </a:solidFill>
                <a:latin typeface="微软雅黑" panose="020B0503020204020204" pitchFamily="34" charset="-122"/>
                <a:ea typeface="微软雅黑" panose="020B0503020204020204" pitchFamily="34" charset="-122"/>
              </a:rPr>
              <a:t>时空可视化</a:t>
            </a:r>
            <a:r>
              <a:rPr lang="zh-CN" altLang="en-US" sz="3000" dirty="0">
                <a:solidFill>
                  <a:schemeClr val="bg1"/>
                </a:solidFill>
                <a:latin typeface="微软雅黑" panose="020B0503020204020204" pitchFamily="34" charset="-122"/>
                <a:ea typeface="微软雅黑" panose="020B0503020204020204" pitchFamily="34" charset="-122"/>
              </a:rPr>
              <a:t>漫游</a:t>
            </a:r>
            <a:endParaRPr lang="zh-CN" altLang="en-US" sz="3000" dirty="0">
              <a:solidFill>
                <a:schemeClr val="bg1"/>
              </a:solidFill>
              <a:latin typeface="微软雅黑" panose="020B0503020204020204" pitchFamily="34" charset="-122"/>
              <a:ea typeface="微软雅黑" panose="020B0503020204020204" pitchFamily="34" charset="-122"/>
            </a:endParaRPr>
          </a:p>
        </p:txBody>
      </p:sp>
      <p:sp>
        <p:nvSpPr>
          <p:cNvPr id="21" name="Rectangle 4"/>
          <p:cNvSpPr/>
          <p:nvPr/>
        </p:nvSpPr>
        <p:spPr>
          <a:xfrm>
            <a:off x="199390" y="1341755"/>
            <a:ext cx="12005945" cy="5478145"/>
          </a:xfrm>
          <a:prstGeom prst="rect">
            <a:avLst/>
          </a:prstGeom>
          <a:solidFill>
            <a:srgbClr val="8B0000">
              <a:alpha val="5000"/>
            </a:srgbClr>
          </a:solidFill>
          <a:ln cap="flat" cmpd="sng">
            <a:solidFill>
              <a:srgbClr val="720000">
                <a:alpha val="5000"/>
              </a:srgbClr>
            </a:solidFill>
            <a:prstDash val="solid"/>
            <a:round/>
          </a:ln>
        </p:spPr>
        <p:txBody>
          <a:bodyPr vert="horz" wrap="square" lIns="63500" tIns="63500" rIns="63500" bIns="635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dirty="0">
              <a:solidFill>
                <a:schemeClr val="tx1"/>
              </a:solidFill>
              <a:latin typeface="Calibri" panose="020F0502020204030204" pitchFamily="34" charset="0"/>
              <a:ea typeface="宋体" panose="02010600030101010101" pitchFamily="2" charset="-122"/>
            </a:endParaRPr>
          </a:p>
        </p:txBody>
      </p:sp>
      <p:grpSp>
        <p:nvGrpSpPr>
          <p:cNvPr id="23" name="Group 11"/>
          <p:cNvGrpSpPr/>
          <p:nvPr/>
        </p:nvGrpSpPr>
        <p:grpSpPr>
          <a:xfrm>
            <a:off x="5882005" y="1485265"/>
            <a:ext cx="5628640" cy="5172710"/>
            <a:chOff x="783563" y="1249478"/>
            <a:chExt cx="1841127" cy="1717665"/>
          </a:xfrm>
        </p:grpSpPr>
        <p:sp>
          <p:nvSpPr>
            <p:cNvPr id="36" name="Rectangle 12"/>
            <p:cNvSpPr/>
            <p:nvPr/>
          </p:nvSpPr>
          <p:spPr>
            <a:xfrm>
              <a:off x="783563" y="1619115"/>
              <a:ext cx="1841127" cy="1348028"/>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0">
                <a:lnSpc>
                  <a:spcPct val="150000"/>
                </a:lnSpc>
                <a:buFont typeface="Arial" panose="020B0604020202020204" pitchFamily="34" charset="0"/>
                <a:buNone/>
              </a:pPr>
              <a:r>
                <a:rPr lang="zh-CN" altLang="en-US" sz="1400" b="1" dirty="0">
                  <a:solidFill>
                    <a:schemeClr val="tx1"/>
                  </a:solidFill>
                  <a:latin typeface="微软雅黑" panose="020B0503020204020204" pitchFamily="34" charset="-122"/>
                  <a:ea typeface="微软雅黑" panose="020B0503020204020204" pitchFamily="34" charset="-122"/>
                </a:rPr>
                <a:t>功能描述：</a:t>
              </a:r>
              <a:r>
                <a:rPr lang="zh-CN" altLang="en-US" sz="1400" dirty="0">
                  <a:solidFill>
                    <a:schemeClr val="tx1"/>
                  </a:solidFill>
                  <a:latin typeface="微软雅黑" panose="020B0503020204020204" pitchFamily="34" charset="-122"/>
                  <a:ea typeface="微软雅黑" panose="020B0503020204020204" pitchFamily="34" charset="-122"/>
                </a:rPr>
                <a:t>融合</a:t>
              </a:r>
              <a:r>
                <a:rPr lang="en-US" altLang="zh-CN" sz="1400" dirty="0">
                  <a:solidFill>
                    <a:schemeClr val="tx1"/>
                  </a:solidFill>
                  <a:latin typeface="微软雅黑" panose="020B0503020204020204" pitchFamily="34" charset="-122"/>
                  <a:ea typeface="微软雅黑" panose="020B0503020204020204" pitchFamily="34" charset="-122"/>
                </a:rPr>
                <a:t> WaveSurfer.js </a:t>
              </a:r>
              <a:r>
                <a:rPr lang="zh-CN" altLang="en-US" sz="1400" dirty="0">
                  <a:solidFill>
                    <a:schemeClr val="tx1"/>
                  </a:solidFill>
                  <a:latin typeface="微软雅黑" panose="020B0503020204020204" pitchFamily="34" charset="-122"/>
                  <a:ea typeface="微软雅黑" panose="020B0503020204020204" pitchFamily="34" charset="-122"/>
                </a:rPr>
                <a:t>波形进度与</a:t>
              </a:r>
              <a:r>
                <a:rPr lang="en-US" altLang="zh-CN" sz="1400" dirty="0">
                  <a:solidFill>
                    <a:schemeClr val="tx1"/>
                  </a:solidFill>
                  <a:latin typeface="微软雅黑" panose="020B0503020204020204" pitchFamily="34" charset="-122"/>
                  <a:ea typeface="微软雅黑" panose="020B0503020204020204" pitchFamily="34" charset="-122"/>
                </a:rPr>
                <a:t> Leaflet </a:t>
              </a:r>
              <a:r>
                <a:rPr lang="zh-CN" altLang="en-US" sz="1400" dirty="0">
                  <a:solidFill>
                    <a:schemeClr val="tx1"/>
                  </a:solidFill>
                  <a:latin typeface="微软雅黑" panose="020B0503020204020204" pitchFamily="34" charset="-122"/>
                  <a:ea typeface="微软雅黑" panose="020B0503020204020204" pitchFamily="34" charset="-122"/>
                </a:rPr>
                <a:t>地图状态，用户拖拽音频进度条时，地图上的航班航迹点按时间戳自动重绘、实现时空同步联动。</a:t>
              </a:r>
              <a:endParaRPr lang="zh-CN" altLang="en-US" sz="14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参与用户</a:t>
              </a:r>
              <a:r>
                <a:rPr lang="zh-CN" altLang="en-US" sz="1400" dirty="0">
                  <a:solidFill>
                    <a:schemeClr val="tx1"/>
                  </a:solidFill>
                  <a:latin typeface="微软雅黑" panose="020B0503020204020204" pitchFamily="34" charset="-122"/>
                  <a:ea typeface="微软雅黑" panose="020B0503020204020204" pitchFamily="34" charset="-122"/>
                </a:rPr>
                <a:t>：标注员、审核员、数据分析师</a:t>
              </a:r>
              <a:endParaRPr lang="zh-CN" altLang="en-US" sz="14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操作序列</a:t>
              </a:r>
              <a:r>
                <a:rPr lang="zh-CN" altLang="en-US" sz="1400" dirty="0">
                  <a:solidFill>
                    <a:schemeClr val="tx1"/>
                  </a:solidFill>
                  <a:latin typeface="微软雅黑" panose="020B0503020204020204" pitchFamily="34" charset="-122"/>
                  <a:ea typeface="微软雅黑" panose="020B0503020204020204" pitchFamily="34" charset="-122"/>
                </a:rPr>
                <a:t>：加载波形与地图组件</a:t>
              </a:r>
              <a:r>
                <a:rPr lang="en-US" altLang="zh-CN" sz="1400" dirty="0">
                  <a:solidFill>
                    <a:schemeClr val="tx1"/>
                  </a:solidFill>
                  <a:latin typeface="微软雅黑" panose="020B0503020204020204" pitchFamily="34" charset="-122"/>
                  <a:ea typeface="微软雅黑" panose="020B0503020204020204" pitchFamily="34" charset="-122"/>
                </a:rPr>
                <a:t> -&gt; </a:t>
              </a:r>
              <a:r>
                <a:rPr lang="zh-CN" altLang="en-US" sz="1400" dirty="0">
                  <a:solidFill>
                    <a:schemeClr val="tx1"/>
                  </a:solidFill>
                  <a:latin typeface="微软雅黑" panose="020B0503020204020204" pitchFamily="34" charset="-122"/>
                  <a:ea typeface="微软雅黑" panose="020B0503020204020204" pitchFamily="34" charset="-122"/>
                </a:rPr>
                <a:t>播放音频或拖拽进度</a:t>
              </a:r>
              <a:r>
                <a:rPr lang="en-US" altLang="zh-CN" sz="1400" dirty="0">
                  <a:solidFill>
                    <a:schemeClr val="tx1"/>
                  </a:solidFill>
                  <a:latin typeface="微软雅黑" panose="020B0503020204020204" pitchFamily="34" charset="-122"/>
                  <a:ea typeface="微软雅黑" panose="020B0503020204020204" pitchFamily="34" charset="-122"/>
                </a:rPr>
                <a:t> -&gt; </a:t>
              </a:r>
              <a:r>
                <a:rPr lang="zh-CN" altLang="en-US" sz="1400" dirty="0">
                  <a:solidFill>
                    <a:schemeClr val="tx1"/>
                  </a:solidFill>
                  <a:latin typeface="微软雅黑" panose="020B0503020204020204" pitchFamily="34" charset="-122"/>
                  <a:ea typeface="微软雅黑" panose="020B0503020204020204" pitchFamily="34" charset="-122"/>
                </a:rPr>
                <a:t>全局</a:t>
              </a:r>
              <a:r>
                <a:rPr lang="en-US" altLang="zh-CN" sz="1400" dirty="0">
                  <a:solidFill>
                    <a:schemeClr val="tx1"/>
                  </a:solidFill>
                  <a:latin typeface="微软雅黑" panose="020B0503020204020204" pitchFamily="34" charset="-122"/>
                  <a:ea typeface="微软雅黑" panose="020B0503020204020204" pitchFamily="34" charset="-122"/>
                </a:rPr>
                <a:t> Context </a:t>
              </a:r>
              <a:r>
                <a:rPr lang="zh-CN" altLang="en-US" sz="1400" dirty="0">
                  <a:solidFill>
                    <a:schemeClr val="tx1"/>
                  </a:solidFill>
                  <a:latin typeface="微软雅黑" panose="020B0503020204020204" pitchFamily="34" charset="-122"/>
                  <a:ea typeface="微软雅黑" panose="020B0503020204020204" pitchFamily="34" charset="-122"/>
                </a:rPr>
                <a:t>捕获时间更新</a:t>
              </a:r>
              <a:r>
                <a:rPr lang="en-US" altLang="zh-CN" sz="1400" dirty="0">
                  <a:solidFill>
                    <a:schemeClr val="tx1"/>
                  </a:solidFill>
                  <a:latin typeface="微软雅黑" panose="020B0503020204020204" pitchFamily="34" charset="-122"/>
                  <a:ea typeface="微软雅黑" panose="020B0503020204020204" pitchFamily="34" charset="-122"/>
                </a:rPr>
                <a:t> -&gt; </a:t>
              </a:r>
              <a:r>
                <a:rPr lang="zh-CN" altLang="en-US" sz="1400" dirty="0">
                  <a:solidFill>
                    <a:schemeClr val="tx1"/>
                  </a:solidFill>
                  <a:latin typeface="微软雅黑" panose="020B0503020204020204" pitchFamily="34" charset="-122"/>
                  <a:ea typeface="微软雅黑" panose="020B0503020204020204" pitchFamily="34" charset="-122"/>
                </a:rPr>
                <a:t>地图组件接收新时间</a:t>
              </a:r>
              <a:r>
                <a:rPr lang="en-US" altLang="zh-CN" sz="1400" dirty="0">
                  <a:solidFill>
                    <a:schemeClr val="tx1"/>
                  </a:solidFill>
                  <a:latin typeface="微软雅黑" panose="020B0503020204020204" pitchFamily="34" charset="-122"/>
                  <a:ea typeface="微软雅黑" panose="020B0503020204020204" pitchFamily="34" charset="-122"/>
                </a:rPr>
                <a:t> -&gt; </a:t>
              </a:r>
              <a:r>
                <a:rPr lang="zh-CN" altLang="en-US" sz="1400" dirty="0">
                  <a:solidFill>
                    <a:schemeClr val="tx1"/>
                  </a:solidFill>
                  <a:latin typeface="微软雅黑" panose="020B0503020204020204" pitchFamily="34" charset="-122"/>
                  <a:ea typeface="微软雅黑" panose="020B0503020204020204" pitchFamily="34" charset="-122"/>
                </a:rPr>
                <a:t>根据时间戳查找最匹配的飞机坐标并重绘位置。</a:t>
              </a:r>
              <a:endParaRPr lang="zh-CN" altLang="en-US" sz="1400" dirty="0">
                <a:solidFill>
                  <a:schemeClr val="tx1"/>
                </a:solidFill>
                <a:latin typeface="微软雅黑" panose="020B0503020204020204" pitchFamily="34" charset="-122"/>
                <a:ea typeface="微软雅黑" panose="020B0503020204020204" pitchFamily="34" charset="-122"/>
              </a:endParaRPr>
            </a:p>
          </p:txBody>
        </p:sp>
        <p:sp>
          <p:nvSpPr>
            <p:cNvPr id="37" name="Rectangle 13"/>
            <p:cNvSpPr/>
            <p:nvPr/>
          </p:nvSpPr>
          <p:spPr>
            <a:xfrm>
              <a:off x="783563" y="1249478"/>
              <a:ext cx="1841127" cy="29355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chemeClr val="tx1"/>
                  </a:solidFill>
                  <a:latin typeface="微软雅黑" panose="020B0503020204020204" pitchFamily="34" charset="-122"/>
                  <a:ea typeface="微软雅黑" panose="020B0503020204020204" pitchFamily="34" charset="-122"/>
                </a:rPr>
                <a:t>动态航迹与音频波形联动</a:t>
              </a:r>
              <a:endParaRPr lang="zh-CN" altLang="en-US" b="1" dirty="0">
                <a:solidFill>
                  <a:schemeClr val="tx1"/>
                </a:solidFill>
                <a:latin typeface="微软雅黑" panose="020B0503020204020204" pitchFamily="34" charset="-122"/>
                <a:ea typeface="微软雅黑" panose="020B0503020204020204" pitchFamily="34" charset="-122"/>
              </a:endParaRPr>
            </a:p>
            <a:p>
              <a:pPr algn="ctr"/>
              <a:r>
                <a:rPr lang="en-US" altLang="zh-CN" b="1" dirty="0">
                  <a:solidFill>
                    <a:schemeClr val="tx1"/>
                  </a:solidFill>
                  <a:latin typeface="微软雅黑" panose="020B0503020204020204" pitchFamily="34" charset="-122"/>
                  <a:ea typeface="微软雅黑" panose="020B0503020204020204" pitchFamily="34" charset="-122"/>
                </a:rPr>
                <a:t>alphabiz002002</a:t>
              </a:r>
              <a:endParaRPr lang="en-US" altLang="zh-CN" b="1" dirty="0">
                <a:solidFill>
                  <a:schemeClr val="tx1"/>
                </a:solidFill>
                <a:latin typeface="微软雅黑" panose="020B0503020204020204" pitchFamily="34" charset="-122"/>
                <a:ea typeface="微软雅黑" panose="020B0503020204020204" pitchFamily="34" charset="-122"/>
              </a:endParaRPr>
            </a:p>
          </p:txBody>
        </p:sp>
      </p:grpSp>
      <p:grpSp>
        <p:nvGrpSpPr>
          <p:cNvPr id="31" name="Group 25"/>
          <p:cNvGrpSpPr/>
          <p:nvPr/>
        </p:nvGrpSpPr>
        <p:grpSpPr>
          <a:xfrm>
            <a:off x="408940" y="1485900"/>
            <a:ext cx="4949825" cy="5172076"/>
            <a:chOff x="795687" y="1197028"/>
            <a:chExt cx="1926564" cy="1737690"/>
          </a:xfrm>
        </p:grpSpPr>
        <p:sp>
          <p:nvSpPr>
            <p:cNvPr id="32" name="Rectangle 26"/>
            <p:cNvSpPr/>
            <p:nvPr/>
          </p:nvSpPr>
          <p:spPr>
            <a:xfrm>
              <a:off x="795687" y="1571021"/>
              <a:ext cx="1926564" cy="1363697"/>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功能描述：</a:t>
              </a:r>
              <a:r>
                <a:rPr lang="zh-CN" altLang="en-US" sz="1400" dirty="0">
                  <a:solidFill>
                    <a:schemeClr val="tx1"/>
                  </a:solidFill>
                  <a:latin typeface="微软雅黑" panose="020B0503020204020204" pitchFamily="34" charset="-122"/>
                  <a:ea typeface="微软雅黑" panose="020B0503020204020204" pitchFamily="34" charset="-122"/>
                </a:rPr>
                <a:t>在</a:t>
              </a:r>
              <a:r>
                <a:rPr lang="en-US" altLang="zh-CN" sz="1400" dirty="0">
                  <a:solidFill>
                    <a:schemeClr val="tx1"/>
                  </a:solidFill>
                  <a:latin typeface="微软雅黑" panose="020B0503020204020204" pitchFamily="34" charset="-122"/>
                  <a:ea typeface="微软雅黑" panose="020B0503020204020204" pitchFamily="34" charset="-122"/>
                </a:rPr>
                <a:t> Web GIS </a:t>
              </a:r>
              <a:r>
                <a:rPr lang="zh-CN" altLang="en-US" sz="1400" dirty="0">
                  <a:solidFill>
                    <a:schemeClr val="tx1"/>
                  </a:solidFill>
                  <a:latin typeface="微软雅黑" panose="020B0503020204020204" pitchFamily="34" charset="-122"/>
                  <a:ea typeface="微软雅黑" panose="020B0503020204020204" pitchFamily="34" charset="-122"/>
                </a:rPr>
                <a:t>底图上高精度绘制</a:t>
              </a:r>
              <a:r>
                <a:rPr lang="en-US" altLang="zh-CN" sz="1400" dirty="0">
                  <a:solidFill>
                    <a:schemeClr val="tx1"/>
                  </a:solidFill>
                  <a:latin typeface="微软雅黑" panose="020B0503020204020204" pitchFamily="34" charset="-122"/>
                  <a:ea typeface="微软雅黑" panose="020B0503020204020204" pitchFamily="34" charset="-122"/>
                </a:rPr>
                <a:t> VHHH </a:t>
              </a:r>
              <a:r>
                <a:rPr lang="zh-CN" altLang="en-US" sz="1400" dirty="0">
                  <a:solidFill>
                    <a:schemeClr val="tx1"/>
                  </a:solidFill>
                  <a:latin typeface="微软雅黑" panose="020B0503020204020204" pitchFamily="34" charset="-122"/>
                  <a:ea typeface="微软雅黑" panose="020B0503020204020204" pitchFamily="34" charset="-122"/>
                </a:rPr>
                <a:t>机场的静态基建信息（跑道、滑行道）并支持按需叠加辅助航空数据（</a:t>
              </a:r>
              <a:r>
                <a:rPr lang="en-US" altLang="zh-CN" sz="1400" dirty="0">
                  <a:solidFill>
                    <a:schemeClr val="tx1"/>
                  </a:solidFill>
                  <a:latin typeface="微软雅黑" panose="020B0503020204020204" pitchFamily="34" charset="-122"/>
                  <a:ea typeface="微软雅黑" panose="020B0503020204020204" pitchFamily="34" charset="-122"/>
                </a:rPr>
                <a:t>SID/STAR </a:t>
              </a:r>
              <a:r>
                <a:rPr lang="zh-CN" altLang="en-US" sz="1400" dirty="0">
                  <a:solidFill>
                    <a:schemeClr val="tx1"/>
                  </a:solidFill>
                  <a:latin typeface="微软雅黑" panose="020B0503020204020204" pitchFamily="34" charset="-122"/>
                  <a:ea typeface="微软雅黑" panose="020B0503020204020204" pitchFamily="34" charset="-122"/>
                </a:rPr>
                <a:t>航线、地标点等），为动态航迹提供空间参考上下文。</a:t>
              </a:r>
              <a:endParaRPr lang="zh-CN" altLang="en-US" sz="14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参与用户</a:t>
              </a:r>
              <a:r>
                <a:rPr lang="zh-CN" altLang="en-US" sz="1400" dirty="0">
                  <a:solidFill>
                    <a:schemeClr val="tx1"/>
                  </a:solidFill>
                  <a:latin typeface="微软雅黑" panose="020B0503020204020204" pitchFamily="34" charset="-122"/>
                  <a:ea typeface="微软雅黑" panose="020B0503020204020204" pitchFamily="34" charset="-122"/>
                </a:rPr>
                <a:t>：</a:t>
              </a:r>
              <a:r>
                <a:rPr lang="zh-CN" altLang="en-US" sz="1400" b="1" dirty="0">
                  <a:solidFill>
                    <a:schemeClr val="tx1"/>
                  </a:solidFill>
                  <a:latin typeface="微软雅黑" panose="020B0503020204020204" pitchFamily="34" charset="-122"/>
                  <a:ea typeface="微软雅黑" panose="020B0503020204020204" pitchFamily="34" charset="-122"/>
                </a:rPr>
                <a:t>标注员、审核员、数据分析师</a:t>
              </a:r>
              <a:endParaRPr lang="zh-CN" altLang="en-US" sz="1400" b="1"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操作序列</a:t>
              </a:r>
              <a:r>
                <a:rPr lang="zh-CN" altLang="en-US" sz="1400" dirty="0">
                  <a:solidFill>
                    <a:schemeClr val="tx1"/>
                  </a:solidFill>
                  <a:latin typeface="微软雅黑" panose="020B0503020204020204" pitchFamily="34" charset="-122"/>
                  <a:ea typeface="微软雅黑" panose="020B0503020204020204" pitchFamily="34" charset="-122"/>
                </a:rPr>
                <a:t>：</a:t>
              </a:r>
              <a:endParaRPr lang="zh-CN" altLang="en-US" sz="14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sz="1400" dirty="0">
                  <a:solidFill>
                    <a:schemeClr val="tx1"/>
                  </a:solidFill>
                  <a:latin typeface="微软雅黑" panose="020B0503020204020204" pitchFamily="34" charset="-122"/>
                  <a:ea typeface="微软雅黑" panose="020B0503020204020204" pitchFamily="34" charset="-122"/>
                </a:rPr>
                <a:t>1. </a:t>
              </a:r>
              <a:r>
                <a:rPr lang="zh-CN" altLang="en-US" sz="1400" dirty="0">
                  <a:solidFill>
                    <a:schemeClr val="tx1"/>
                  </a:solidFill>
                  <a:latin typeface="微软雅黑" panose="020B0503020204020204" pitchFamily="34" charset="-122"/>
                  <a:ea typeface="微软雅黑" panose="020B0503020204020204" pitchFamily="34" charset="-122"/>
                </a:rPr>
                <a:t>进入系统工作台，初始化</a:t>
              </a:r>
              <a:r>
                <a:rPr lang="en-US" altLang="zh-CN" sz="1400" dirty="0">
                  <a:solidFill>
                    <a:schemeClr val="tx1"/>
                  </a:solidFill>
                  <a:latin typeface="微软雅黑" panose="020B0503020204020204" pitchFamily="34" charset="-122"/>
                  <a:ea typeface="微软雅黑" panose="020B0503020204020204" pitchFamily="34" charset="-122"/>
                </a:rPr>
                <a:t> Leaflet </a:t>
              </a:r>
              <a:r>
                <a:rPr lang="zh-CN" altLang="en-US" sz="1400" dirty="0">
                  <a:solidFill>
                    <a:schemeClr val="tx1"/>
                  </a:solidFill>
                  <a:latin typeface="微软雅黑" panose="020B0503020204020204" pitchFamily="34" charset="-122"/>
                  <a:ea typeface="微软雅黑" panose="020B0503020204020204" pitchFamily="34" charset="-122"/>
                </a:rPr>
                <a:t>地图组件。</a:t>
              </a:r>
              <a:endParaRPr lang="zh-CN" altLang="en-US" sz="14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sz="1400" dirty="0">
                  <a:solidFill>
                    <a:schemeClr val="tx1"/>
                  </a:solidFill>
                  <a:latin typeface="微软雅黑" panose="020B0503020204020204" pitchFamily="34" charset="-122"/>
                  <a:ea typeface="微软雅黑" panose="020B0503020204020204" pitchFamily="34" charset="-122"/>
                </a:rPr>
                <a:t>2. </a:t>
              </a:r>
              <a:r>
                <a:rPr lang="zh-CN" altLang="en-US" sz="1400" dirty="0">
                  <a:solidFill>
                    <a:schemeClr val="tx1"/>
                  </a:solidFill>
                  <a:latin typeface="微软雅黑" panose="020B0503020204020204" pitchFamily="34" charset="-122"/>
                  <a:ea typeface="微软雅黑" panose="020B0503020204020204" pitchFamily="34" charset="-122"/>
                </a:rPr>
                <a:t>前端请求或读取本地缓存的静态矢量数据</a:t>
              </a:r>
              <a:r>
                <a:rPr lang="en-US" altLang="zh-CN" sz="1400" dirty="0">
                  <a:solidFill>
                    <a:schemeClr val="tx1"/>
                  </a:solidFill>
                  <a:latin typeface="微软雅黑" panose="020B0503020204020204" pitchFamily="34" charset="-122"/>
                  <a:ea typeface="微软雅黑" panose="020B0503020204020204" pitchFamily="34" charset="-122"/>
                </a:rPr>
                <a:t> (GeoJSON)</a:t>
              </a:r>
              <a:r>
                <a:rPr lang="zh-CN" altLang="en-US" sz="1400" dirty="0">
                  <a:solidFill>
                    <a:schemeClr val="tx1"/>
                  </a:solidFill>
                  <a:latin typeface="微软雅黑" panose="020B0503020204020204" pitchFamily="34" charset="-122"/>
                  <a:ea typeface="微软雅黑" panose="020B0503020204020204" pitchFamily="34" charset="-122"/>
                </a:rPr>
                <a:t>。</a:t>
              </a:r>
              <a:r>
                <a:rPr lang="en-US" altLang="zh-CN" sz="1400" dirty="0">
                  <a:solidFill>
                    <a:schemeClr val="tx1"/>
                  </a:solidFill>
                  <a:latin typeface="微软雅黑" panose="020B0503020204020204" pitchFamily="34" charset="-122"/>
                  <a:ea typeface="微软雅黑" panose="020B0503020204020204" pitchFamily="34" charset="-122"/>
                </a:rPr>
                <a:t>3. </a:t>
              </a:r>
              <a:r>
                <a:rPr lang="zh-CN" altLang="en-US" sz="1400" dirty="0">
                  <a:solidFill>
                    <a:schemeClr val="tx1"/>
                  </a:solidFill>
                  <a:latin typeface="微软雅黑" panose="020B0503020204020204" pitchFamily="34" charset="-122"/>
                  <a:ea typeface="微软雅黑" panose="020B0503020204020204" pitchFamily="34" charset="-122"/>
                </a:rPr>
                <a:t>将跑道、滑行道等核心区域渲染为高亮的多边形图层。</a:t>
              </a:r>
              <a:r>
                <a:rPr lang="en-US" altLang="zh-CN" sz="1400" dirty="0">
                  <a:solidFill>
                    <a:schemeClr val="tx1"/>
                  </a:solidFill>
                  <a:latin typeface="微软雅黑" panose="020B0503020204020204" pitchFamily="34" charset="-122"/>
                  <a:ea typeface="微软雅黑" panose="020B0503020204020204" pitchFamily="34" charset="-122"/>
                </a:rPr>
                <a:t>4. </a:t>
              </a:r>
              <a:r>
                <a:rPr lang="zh-CN" altLang="en-US" sz="1400" dirty="0">
                  <a:solidFill>
                    <a:schemeClr val="tx1"/>
                  </a:solidFill>
                  <a:latin typeface="微软雅黑" panose="020B0503020204020204" pitchFamily="34" charset="-122"/>
                  <a:ea typeface="微软雅黑" panose="020B0503020204020204" pitchFamily="34" charset="-122"/>
                </a:rPr>
                <a:t>用户可通过地图侧边的图层控制面板，勾选显示或隐藏特定的</a:t>
              </a:r>
              <a:r>
                <a:rPr lang="en-US" altLang="zh-CN" sz="1400" dirty="0">
                  <a:solidFill>
                    <a:schemeClr val="tx1"/>
                  </a:solidFill>
                  <a:latin typeface="微软雅黑" panose="020B0503020204020204" pitchFamily="34" charset="-122"/>
                  <a:ea typeface="微软雅黑" panose="020B0503020204020204" pitchFamily="34" charset="-122"/>
                </a:rPr>
                <a:t> VSP/AIP </a:t>
              </a:r>
              <a:r>
                <a:rPr lang="zh-CN" altLang="en-US" sz="1400" dirty="0">
                  <a:solidFill>
                    <a:schemeClr val="tx1"/>
                  </a:solidFill>
                  <a:latin typeface="微软雅黑" panose="020B0503020204020204" pitchFamily="34" charset="-122"/>
                  <a:ea typeface="微软雅黑" panose="020B0503020204020204" pitchFamily="34" charset="-122"/>
                </a:rPr>
                <a:t>辅助信息图层。</a:t>
              </a:r>
              <a:endParaRPr lang="zh-CN" altLang="en-US" sz="1400" dirty="0">
                <a:solidFill>
                  <a:schemeClr val="tx1"/>
                </a:solidFill>
                <a:latin typeface="微软雅黑" panose="020B0503020204020204" pitchFamily="34" charset="-122"/>
                <a:ea typeface="微软雅黑" panose="020B0503020204020204" pitchFamily="34" charset="-122"/>
              </a:endParaRPr>
            </a:p>
          </p:txBody>
        </p:sp>
        <p:sp>
          <p:nvSpPr>
            <p:cNvPr id="33" name="Rectangle 27"/>
            <p:cNvSpPr/>
            <p:nvPr/>
          </p:nvSpPr>
          <p:spPr>
            <a:xfrm>
              <a:off x="805616" y="1197028"/>
              <a:ext cx="1916635" cy="29738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chemeClr val="tx1"/>
                  </a:solidFill>
                  <a:latin typeface="微软雅黑" panose="020B0503020204020204" pitchFamily="34" charset="-122"/>
                  <a:ea typeface="微软雅黑" panose="020B0503020204020204" pitchFamily="34" charset="-122"/>
                </a:rPr>
                <a:t>静态图层与辅助信息渲染</a:t>
              </a:r>
              <a:endParaRPr lang="zh-CN" altLang="en-US" b="1" dirty="0">
                <a:solidFill>
                  <a:schemeClr val="tx1"/>
                </a:solidFill>
                <a:latin typeface="微软雅黑" panose="020B0503020204020204" pitchFamily="34" charset="-122"/>
                <a:ea typeface="微软雅黑" panose="020B0503020204020204" pitchFamily="34" charset="-122"/>
              </a:endParaRPr>
            </a:p>
            <a:p>
              <a:pPr algn="ctr"/>
              <a:r>
                <a:rPr lang="en-US" altLang="zh-CN" b="1" dirty="0">
                  <a:solidFill>
                    <a:schemeClr val="tx1"/>
                  </a:solidFill>
                  <a:latin typeface="微软雅黑" panose="020B0503020204020204" pitchFamily="34" charset="-122"/>
                  <a:ea typeface="微软雅黑" panose="020B0503020204020204" pitchFamily="34" charset="-122"/>
                </a:rPr>
                <a:t>alphabiz002001</a:t>
              </a:r>
              <a:endParaRPr lang="en-US" altLang="zh-CN" b="1" dirty="0">
                <a:solidFill>
                  <a:schemeClr val="tx1"/>
                </a:solidFill>
                <a:latin typeface="微软雅黑" panose="020B0503020204020204" pitchFamily="34" charset="-122"/>
                <a:ea typeface="微软雅黑" panose="020B0503020204020204" pitchFamily="34" charset="-122"/>
              </a:endParaRPr>
            </a:p>
          </p:txBody>
        </p:sp>
      </p:gr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TextBox 11"/>
          <p:cNvSpPr txBox="1"/>
          <p:nvPr/>
        </p:nvSpPr>
        <p:spPr>
          <a:xfrm>
            <a:off x="335447" y="152331"/>
            <a:ext cx="8858484" cy="583565"/>
          </a:xfrm>
          <a:prstGeom prst="rect">
            <a:avLst/>
          </a:prstGeom>
          <a:noFill/>
        </p:spPr>
        <p:txBody>
          <a:bodyPr wrap="square" lIns="121944" tIns="60972" rIns="121944" bIns="60972" rtlCol="0">
            <a:spAutoFit/>
          </a:bodyPr>
          <a:lstStyle/>
          <a:p>
            <a:r>
              <a:rPr lang="zh-CN" altLang="en-US" sz="3000" dirty="0">
                <a:solidFill>
                  <a:schemeClr val="bg1"/>
                </a:solidFill>
                <a:latin typeface="微软雅黑" panose="020B0503020204020204" pitchFamily="34" charset="-122"/>
                <a:ea typeface="微软雅黑" panose="020B0503020204020204" pitchFamily="34" charset="-122"/>
              </a:rPr>
              <a:t>标注校对工作台</a:t>
            </a:r>
            <a:endParaRPr lang="zh-CN" altLang="en-US" sz="3000" dirty="0">
              <a:solidFill>
                <a:schemeClr val="bg1"/>
              </a:solidFill>
              <a:latin typeface="微软雅黑" panose="020B0503020204020204" pitchFamily="34" charset="-122"/>
              <a:ea typeface="微软雅黑" panose="020B0503020204020204" pitchFamily="34" charset="-122"/>
            </a:endParaRPr>
          </a:p>
        </p:txBody>
      </p:sp>
      <p:sp>
        <p:nvSpPr>
          <p:cNvPr id="21" name="Rectangle 4"/>
          <p:cNvSpPr/>
          <p:nvPr/>
        </p:nvSpPr>
        <p:spPr>
          <a:xfrm>
            <a:off x="-22860" y="909320"/>
            <a:ext cx="12123420" cy="5633720"/>
          </a:xfrm>
          <a:prstGeom prst="rect">
            <a:avLst/>
          </a:prstGeom>
          <a:solidFill>
            <a:srgbClr val="8B0000">
              <a:alpha val="5000"/>
            </a:srgbClr>
          </a:solidFill>
          <a:ln cap="flat" cmpd="sng">
            <a:solidFill>
              <a:srgbClr val="720000">
                <a:alpha val="5000"/>
              </a:srgbClr>
            </a:solidFill>
            <a:prstDash val="solid"/>
            <a:round/>
          </a:ln>
        </p:spPr>
        <p:txBody>
          <a:bodyPr vert="horz" wrap="square" lIns="63500" tIns="63500" rIns="63500" bIns="635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dirty="0">
              <a:solidFill>
                <a:schemeClr val="tx1"/>
              </a:solidFill>
              <a:latin typeface="Calibri" panose="020F0502020204030204" pitchFamily="34" charset="0"/>
              <a:ea typeface="宋体" panose="02010600030101010101" pitchFamily="2" charset="-122"/>
            </a:endParaRPr>
          </a:p>
        </p:txBody>
      </p:sp>
      <p:grpSp>
        <p:nvGrpSpPr>
          <p:cNvPr id="24" name="Group 14"/>
          <p:cNvGrpSpPr/>
          <p:nvPr>
            <p:custDataLst>
              <p:tags r:id="rId1"/>
            </p:custDataLst>
          </p:nvPr>
        </p:nvGrpSpPr>
        <p:grpSpPr>
          <a:xfrm>
            <a:off x="264795" y="1053465"/>
            <a:ext cx="5701030" cy="5077460"/>
            <a:chOff x="-1143000" y="4385890"/>
            <a:chExt cx="1778001" cy="1651303"/>
          </a:xfrm>
        </p:grpSpPr>
        <p:sp>
          <p:nvSpPr>
            <p:cNvPr id="34" name="Rectangle 15"/>
            <p:cNvSpPr/>
            <p:nvPr>
              <p:custDataLst>
                <p:tags r:id="rId2"/>
              </p:custDataLst>
            </p:nvPr>
          </p:nvSpPr>
          <p:spPr>
            <a:xfrm>
              <a:off x="-1143000" y="4598808"/>
              <a:ext cx="1778001" cy="1438385"/>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nSpc>
                  <a:spcPct val="150000"/>
                </a:lnSpc>
                <a:buFont typeface="Arial" panose="020B0604020202020204" pitchFamily="34" charset="0"/>
                <a:buChar char="•"/>
              </a:pPr>
              <a:r>
                <a:rPr lang="zh-CN" altLang="en-US" sz="1600" b="1" dirty="0">
                  <a:solidFill>
                    <a:schemeClr val="tx1"/>
                  </a:solidFill>
                  <a:latin typeface="微软雅黑" panose="020B0503020204020204" pitchFamily="34" charset="-122"/>
                  <a:ea typeface="微软雅黑" panose="020B0503020204020204" pitchFamily="34" charset="-122"/>
                </a:rPr>
                <a:t>功能描述：</a:t>
              </a:r>
              <a:r>
                <a:rPr lang="zh-CN" altLang="en-US" sz="1600" dirty="0">
                  <a:solidFill>
                    <a:schemeClr val="tx1"/>
                  </a:solidFill>
                  <a:latin typeface="微软雅黑" panose="020B0503020204020204" pitchFamily="34" charset="-122"/>
                  <a:ea typeface="微软雅黑" panose="020B0503020204020204" pitchFamily="34" charset="-122"/>
                </a:rPr>
                <a:t>将后端</a:t>
              </a:r>
              <a:r>
                <a:rPr lang="en-US" altLang="zh-CN" sz="1600" dirty="0">
                  <a:solidFill>
                    <a:schemeClr val="tx1"/>
                  </a:solidFill>
                  <a:latin typeface="微软雅黑" panose="020B0503020204020204" pitchFamily="34" charset="-122"/>
                  <a:ea typeface="微软雅黑" panose="020B0503020204020204" pitchFamily="34" charset="-122"/>
                </a:rPr>
                <a:t> A-3 </a:t>
              </a:r>
              <a:r>
                <a:rPr lang="zh-CN" altLang="en-US" sz="1600" dirty="0">
                  <a:solidFill>
                    <a:schemeClr val="tx1"/>
                  </a:solidFill>
                  <a:latin typeface="微软雅黑" panose="020B0503020204020204" pitchFamily="34" charset="-122"/>
                  <a:ea typeface="微软雅黑" panose="020B0503020204020204" pitchFamily="34" charset="-122"/>
                </a:rPr>
                <a:t>模块（</a:t>
              </a:r>
              <a:r>
                <a:rPr lang="en-US" altLang="zh-CN" sz="1600" dirty="0">
                  <a:solidFill>
                    <a:schemeClr val="tx1"/>
                  </a:solidFill>
                  <a:latin typeface="微软雅黑" panose="020B0503020204020204" pitchFamily="34" charset="-122"/>
                  <a:ea typeface="微软雅黑" panose="020B0503020204020204" pitchFamily="34" charset="-122"/>
                </a:rPr>
                <a:t>AI</a:t>
              </a:r>
              <a:r>
                <a:rPr lang="zh-CN" altLang="en-US" sz="1600" dirty="0">
                  <a:solidFill>
                    <a:schemeClr val="tx1"/>
                  </a:solidFill>
                  <a:latin typeface="微软雅黑" panose="020B0503020204020204" pitchFamily="34" charset="-122"/>
                  <a:ea typeface="微软雅黑" panose="020B0503020204020204" pitchFamily="34" charset="-122"/>
                </a:rPr>
                <a:t>引擎）自动生成的</a:t>
              </a:r>
              <a:r>
                <a:rPr lang="en-US" altLang="zh-CN" sz="1600" dirty="0">
                  <a:solidFill>
                    <a:schemeClr val="tx1"/>
                  </a:solidFill>
                  <a:latin typeface="微软雅黑" panose="020B0503020204020204" pitchFamily="34" charset="-122"/>
                  <a:ea typeface="微软雅黑" panose="020B0503020204020204" pitchFamily="34" charset="-122"/>
                </a:rPr>
                <a:t> ASR </a:t>
              </a:r>
              <a:r>
                <a:rPr lang="zh-CN" altLang="en-US" sz="1600" dirty="0">
                  <a:solidFill>
                    <a:schemeClr val="tx1"/>
                  </a:solidFill>
                  <a:latin typeface="微软雅黑" panose="020B0503020204020204" pitchFamily="34" charset="-122"/>
                  <a:ea typeface="微软雅黑" panose="020B0503020204020204" pitchFamily="34" charset="-122"/>
                </a:rPr>
                <a:t>识别文本及</a:t>
              </a:r>
              <a:r>
                <a:rPr lang="en-US" altLang="zh-CN" sz="1600" dirty="0">
                  <a:solidFill>
                    <a:schemeClr val="tx1"/>
                  </a:solidFill>
                  <a:latin typeface="微软雅黑" panose="020B0503020204020204" pitchFamily="34" charset="-122"/>
                  <a:ea typeface="微软雅黑" panose="020B0503020204020204" pitchFamily="34" charset="-122"/>
                </a:rPr>
                <a:t> VAD </a:t>
              </a:r>
              <a:r>
                <a:rPr lang="zh-CN" altLang="en-US" sz="1600" dirty="0">
                  <a:solidFill>
                    <a:schemeClr val="tx1"/>
                  </a:solidFill>
                  <a:latin typeface="微软雅黑" panose="020B0503020204020204" pitchFamily="34" charset="-122"/>
                  <a:ea typeface="微软雅黑" panose="020B0503020204020204" pitchFamily="34" charset="-122"/>
                </a:rPr>
                <a:t>时间戳数据，以可视化的文本卡片形式，精准对齐并挂载到音频波形图时间轴的对应位置下方。</a:t>
              </a:r>
              <a:endParaRPr lang="zh-CN" altLang="en-US" sz="1600" b="1"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b="1" dirty="0">
                  <a:solidFill>
                    <a:schemeClr val="tx1"/>
                  </a:solidFill>
                  <a:latin typeface="微软雅黑" panose="020B0503020204020204" pitchFamily="34" charset="-122"/>
                  <a:ea typeface="微软雅黑" panose="020B0503020204020204" pitchFamily="34" charset="-122"/>
                </a:rPr>
                <a:t>参与用户</a:t>
              </a:r>
              <a:r>
                <a:rPr lang="zh-CN" altLang="en-US" sz="1600" dirty="0">
                  <a:solidFill>
                    <a:schemeClr val="tx1"/>
                  </a:solidFill>
                  <a:latin typeface="微软雅黑" panose="020B0503020204020204" pitchFamily="34" charset="-122"/>
                  <a:ea typeface="微软雅黑" panose="020B0503020204020204" pitchFamily="34" charset="-122"/>
                </a:rPr>
                <a:t>：标注员、审核员</a:t>
              </a:r>
              <a:endParaRPr lang="zh-CN" altLang="en-US" sz="16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b="1" dirty="0">
                  <a:solidFill>
                    <a:schemeClr val="tx1"/>
                  </a:solidFill>
                  <a:latin typeface="微软雅黑" panose="020B0503020204020204" pitchFamily="34" charset="-122"/>
                  <a:ea typeface="微软雅黑" panose="020B0503020204020204" pitchFamily="34" charset="-122"/>
                </a:rPr>
                <a:t>操作序列</a:t>
              </a:r>
              <a:r>
                <a:rPr lang="zh-CN" altLang="en-US" sz="1600" dirty="0">
                  <a:solidFill>
                    <a:schemeClr val="tx1"/>
                  </a:solidFill>
                  <a:latin typeface="微软雅黑" panose="020B0503020204020204" pitchFamily="34" charset="-122"/>
                  <a:ea typeface="微软雅黑" panose="020B0503020204020204" pitchFamily="34" charset="-122"/>
                </a:rPr>
                <a:t>：</a:t>
              </a:r>
              <a:endParaRPr lang="zh-CN" altLang="en-US" sz="16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1. </a:t>
              </a:r>
              <a:r>
                <a:rPr lang="zh-CN" altLang="en-US" sz="1600" dirty="0">
                  <a:solidFill>
                    <a:schemeClr val="tx1"/>
                  </a:solidFill>
                  <a:latin typeface="微软雅黑" panose="020B0503020204020204" pitchFamily="34" charset="-122"/>
                  <a:ea typeface="微软雅黑" panose="020B0503020204020204" pitchFamily="34" charset="-122"/>
                </a:rPr>
                <a:t>成功加载音频流及对应的预处理</a:t>
              </a:r>
              <a:r>
                <a:rPr lang="en-US" altLang="zh-CN" sz="1600" dirty="0">
                  <a:solidFill>
                    <a:schemeClr val="tx1"/>
                  </a:solidFill>
                  <a:latin typeface="微软雅黑" panose="020B0503020204020204" pitchFamily="34" charset="-122"/>
                  <a:ea typeface="微软雅黑" panose="020B0503020204020204" pitchFamily="34" charset="-122"/>
                </a:rPr>
                <a:t> JSON </a:t>
              </a:r>
              <a:r>
                <a:rPr lang="zh-CN" altLang="en-US" sz="1600" dirty="0">
                  <a:solidFill>
                    <a:schemeClr val="tx1"/>
                  </a:solidFill>
                  <a:latin typeface="微软雅黑" panose="020B0503020204020204" pitchFamily="34" charset="-122"/>
                  <a:ea typeface="微软雅黑" panose="020B0503020204020204" pitchFamily="34" charset="-122"/>
                </a:rPr>
                <a:t>数据包。</a:t>
              </a:r>
              <a:endParaRPr lang="zh-CN" altLang="en-US" sz="16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2. </a:t>
              </a:r>
              <a:r>
                <a:rPr lang="zh-CN" altLang="en-US" sz="1600" dirty="0">
                  <a:solidFill>
                    <a:schemeClr val="tx1"/>
                  </a:solidFill>
                  <a:latin typeface="微软雅黑" panose="020B0503020204020204" pitchFamily="34" charset="-122"/>
                  <a:ea typeface="微软雅黑" panose="020B0503020204020204" pitchFamily="34" charset="-122"/>
                </a:rPr>
                <a:t>前端解析</a:t>
              </a:r>
              <a:r>
                <a:rPr lang="en-US" altLang="zh-CN" sz="1600" dirty="0">
                  <a:solidFill>
                    <a:schemeClr val="tx1"/>
                  </a:solidFill>
                  <a:latin typeface="微软雅黑" panose="020B0503020204020204" pitchFamily="34" charset="-122"/>
                  <a:ea typeface="微软雅黑" panose="020B0503020204020204" pitchFamily="34" charset="-122"/>
                </a:rPr>
                <a:t> JSON </a:t>
              </a:r>
              <a:r>
                <a:rPr lang="zh-CN" altLang="en-US" sz="1600" dirty="0">
                  <a:solidFill>
                    <a:schemeClr val="tx1"/>
                  </a:solidFill>
                  <a:latin typeface="微软雅黑" panose="020B0503020204020204" pitchFamily="34" charset="-122"/>
                  <a:ea typeface="微软雅黑" panose="020B0503020204020204" pitchFamily="34" charset="-122"/>
                </a:rPr>
                <a:t>中的起止时间戳。</a:t>
              </a:r>
              <a:endParaRPr lang="zh-CN" altLang="en-US" sz="16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3. </a:t>
              </a:r>
              <a:r>
                <a:rPr lang="zh-CN" altLang="en-US" sz="1600" dirty="0">
                  <a:solidFill>
                    <a:schemeClr val="tx1"/>
                  </a:solidFill>
                  <a:latin typeface="微软雅黑" panose="020B0503020204020204" pitchFamily="34" charset="-122"/>
                  <a:ea typeface="微软雅黑" panose="020B0503020204020204" pitchFamily="34" charset="-122"/>
                </a:rPr>
                <a:t>根据波形图的时间轴比例，计算每个文本段在屏幕上的精确物理渲染位置。</a:t>
              </a:r>
              <a:endParaRPr lang="zh-CN" altLang="en-US" sz="16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4. </a:t>
              </a:r>
              <a:r>
                <a:rPr lang="zh-CN" altLang="en-US" sz="1600" dirty="0">
                  <a:solidFill>
                    <a:schemeClr val="tx1"/>
                  </a:solidFill>
                  <a:latin typeface="微软雅黑" panose="020B0503020204020204" pitchFamily="34" charset="-122"/>
                  <a:ea typeface="微软雅黑" panose="020B0503020204020204" pitchFamily="34" charset="-122"/>
                </a:rPr>
                <a:t>渲染为一个个独立的文本片段卡片，并在音频播放到该区间时动态高亮。</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35" name="Rectangle 16"/>
            <p:cNvSpPr/>
            <p:nvPr>
              <p:custDataLst>
                <p:tags r:id="rId3"/>
              </p:custDataLst>
            </p:nvPr>
          </p:nvSpPr>
          <p:spPr>
            <a:xfrm>
              <a:off x="-1143000" y="4385890"/>
              <a:ext cx="1778001" cy="21539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chemeClr val="tx1"/>
                  </a:solidFill>
                  <a:latin typeface="微软雅黑" panose="020B0503020204020204" pitchFamily="34" charset="-122"/>
                  <a:ea typeface="微软雅黑" panose="020B0503020204020204" pitchFamily="34" charset="-122"/>
                </a:rPr>
                <a:t>预处理文本对齐展示</a:t>
              </a:r>
              <a:endParaRPr lang="zh-CN" altLang="en-US" b="1" dirty="0">
                <a:solidFill>
                  <a:schemeClr val="tx1"/>
                </a:solidFill>
                <a:latin typeface="微软雅黑" panose="020B0503020204020204" pitchFamily="34" charset="-122"/>
                <a:ea typeface="微软雅黑" panose="020B0503020204020204" pitchFamily="34" charset="-122"/>
              </a:endParaRPr>
            </a:p>
            <a:p>
              <a:pPr algn="ctr"/>
              <a:r>
                <a:rPr lang="en-US" altLang="zh-CN" b="1" dirty="0">
                  <a:solidFill>
                    <a:schemeClr val="tx1"/>
                  </a:solidFill>
                  <a:latin typeface="微软雅黑" panose="020B0503020204020204" pitchFamily="34" charset="-122"/>
                  <a:ea typeface="微软雅黑" panose="020B0503020204020204" pitchFamily="34" charset="-122"/>
                </a:rPr>
                <a:t>alphabiz003001</a:t>
              </a:r>
              <a:endParaRPr lang="en-US" altLang="zh-CN" b="1" dirty="0">
                <a:solidFill>
                  <a:schemeClr val="tx1"/>
                </a:solidFill>
                <a:latin typeface="微软雅黑" panose="020B0503020204020204" pitchFamily="34" charset="-122"/>
                <a:ea typeface="微软雅黑" panose="020B0503020204020204" pitchFamily="34" charset="-122"/>
              </a:endParaRPr>
            </a:p>
          </p:txBody>
        </p:sp>
      </p:grpSp>
      <p:grpSp>
        <p:nvGrpSpPr>
          <p:cNvPr id="4" name="Group 14"/>
          <p:cNvGrpSpPr/>
          <p:nvPr>
            <p:custDataLst>
              <p:tags r:id="rId4"/>
            </p:custDataLst>
          </p:nvPr>
        </p:nvGrpSpPr>
        <p:grpSpPr>
          <a:xfrm>
            <a:off x="6169660" y="1053465"/>
            <a:ext cx="5655310" cy="5068570"/>
            <a:chOff x="-1143000" y="4385890"/>
            <a:chExt cx="1778001" cy="1577577"/>
          </a:xfrm>
        </p:grpSpPr>
        <p:sp>
          <p:nvSpPr>
            <p:cNvPr id="5" name="Rectangle 15"/>
            <p:cNvSpPr/>
            <p:nvPr>
              <p:custDataLst>
                <p:tags r:id="rId5"/>
              </p:custDataLst>
            </p:nvPr>
          </p:nvSpPr>
          <p:spPr>
            <a:xfrm>
              <a:off x="-1143000" y="4598808"/>
              <a:ext cx="1778001" cy="136465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a:lnSpc>
                  <a:spcPct val="150000"/>
                </a:lnSpc>
                <a:buClrTx/>
                <a:buSzTx/>
                <a:buFont typeface="Arial" panose="020B0604020202020204" pitchFamily="34" charset="0"/>
                <a:buChar char="•"/>
              </a:pPr>
              <a:r>
                <a:rPr lang="zh-CN" altLang="en-US" sz="1600" b="1" dirty="0">
                  <a:solidFill>
                    <a:schemeClr val="tx1"/>
                  </a:solidFill>
                  <a:latin typeface="微软雅黑" panose="020B0503020204020204" pitchFamily="34" charset="-122"/>
                  <a:ea typeface="微软雅黑" panose="020B0503020204020204" pitchFamily="34" charset="-122"/>
                </a:rPr>
                <a:t>功能描述：</a:t>
              </a:r>
              <a:r>
                <a:rPr lang="zh-CN" altLang="en-US" sz="1600" dirty="0">
                  <a:solidFill>
                    <a:schemeClr val="tx1"/>
                  </a:solidFill>
                  <a:latin typeface="微软雅黑" panose="020B0503020204020204" pitchFamily="34" charset="-122"/>
                  <a:ea typeface="微软雅黑" panose="020B0503020204020204" pitchFamily="34" charset="-122"/>
                </a:rPr>
                <a:t>提供交互式前端表单，允许用户对</a:t>
              </a:r>
              <a:r>
                <a:rPr lang="en-US" altLang="zh-CN" sz="1600" dirty="0">
                  <a:solidFill>
                    <a:schemeClr val="tx1"/>
                  </a:solidFill>
                  <a:latin typeface="微软雅黑" panose="020B0503020204020204" pitchFamily="34" charset="-122"/>
                  <a:ea typeface="微软雅黑" panose="020B0503020204020204" pitchFamily="34" charset="-122"/>
                </a:rPr>
                <a:t>AI</a:t>
              </a:r>
              <a:r>
                <a:rPr lang="zh-CN" altLang="en-US" sz="1600" dirty="0">
                  <a:solidFill>
                    <a:schemeClr val="tx1"/>
                  </a:solidFill>
                  <a:latin typeface="微软雅黑" panose="020B0503020204020204" pitchFamily="34" charset="-122"/>
                  <a:ea typeface="微软雅黑" panose="020B0503020204020204" pitchFamily="34" charset="-122"/>
                </a:rPr>
                <a:t>预处理的</a:t>
              </a:r>
              <a:r>
                <a:rPr lang="en-US" altLang="zh-CN" sz="1600" dirty="0">
                  <a:solidFill>
                    <a:schemeClr val="tx1"/>
                  </a:solidFill>
                  <a:latin typeface="微软雅黑" panose="020B0503020204020204" pitchFamily="34" charset="-122"/>
                  <a:ea typeface="微软雅黑" panose="020B0503020204020204" pitchFamily="34" charset="-122"/>
                </a:rPr>
                <a:t>ASR</a:t>
              </a:r>
              <a:r>
                <a:rPr lang="zh-CN" altLang="en-US" sz="1600" dirty="0">
                  <a:solidFill>
                    <a:schemeClr val="tx1"/>
                  </a:solidFill>
                  <a:latin typeface="微软雅黑" panose="020B0503020204020204" pitchFamily="34" charset="-122"/>
                  <a:ea typeface="微软雅黑" panose="020B0503020204020204" pitchFamily="34" charset="-122"/>
                </a:rPr>
                <a:t>文本及起止时间戳进行人工校正和覆盖保存。提供便捷的快捷键操作以提升工作流效率。</a:t>
              </a:r>
              <a:endParaRPr lang="zh-CN" altLang="en-US" sz="1600" b="1" dirty="0">
                <a:solidFill>
                  <a:schemeClr val="tx1"/>
                </a:solidFill>
                <a:latin typeface="微软雅黑" panose="020B0503020204020204" pitchFamily="34" charset="-122"/>
                <a:ea typeface="微软雅黑" panose="020B0503020204020204" pitchFamily="34" charset="-122"/>
              </a:endParaRPr>
            </a:p>
            <a:p>
              <a:pPr marL="285750" indent="-285750" algn="l">
                <a:lnSpc>
                  <a:spcPct val="150000"/>
                </a:lnSpc>
                <a:buClrTx/>
                <a:buSzTx/>
                <a:buFont typeface="Arial" panose="020B0604020202020204" pitchFamily="34" charset="0"/>
                <a:buChar char="•"/>
              </a:pPr>
              <a:r>
                <a:rPr lang="zh-CN" altLang="en-US" sz="1600" b="1" dirty="0">
                  <a:solidFill>
                    <a:schemeClr val="tx1"/>
                  </a:solidFill>
                  <a:latin typeface="微软雅黑" panose="020B0503020204020204" pitchFamily="34" charset="-122"/>
                  <a:ea typeface="微软雅黑" panose="020B0503020204020204" pitchFamily="34" charset="-122"/>
                </a:rPr>
                <a:t>参与用户：</a:t>
              </a:r>
              <a:r>
                <a:rPr lang="zh-CN" altLang="en-US" sz="1600" dirty="0">
                  <a:solidFill>
                    <a:schemeClr val="tx1"/>
                  </a:solidFill>
                  <a:latin typeface="微软雅黑" panose="020B0503020204020204" pitchFamily="34" charset="-122"/>
                  <a:ea typeface="微软雅黑" panose="020B0503020204020204" pitchFamily="34" charset="-122"/>
                </a:rPr>
                <a:t>标注员、审核员</a:t>
              </a:r>
              <a:endParaRPr lang="zh-CN" altLang="en-US" sz="1600" dirty="0">
                <a:solidFill>
                  <a:schemeClr val="tx1"/>
                </a:solidFill>
                <a:latin typeface="微软雅黑" panose="020B0503020204020204" pitchFamily="34" charset="-122"/>
                <a:ea typeface="微软雅黑" panose="020B0503020204020204" pitchFamily="34" charset="-122"/>
              </a:endParaRPr>
            </a:p>
            <a:p>
              <a:pPr marL="285750" indent="-285750" algn="l">
                <a:lnSpc>
                  <a:spcPct val="150000"/>
                </a:lnSpc>
                <a:buClrTx/>
                <a:buSzTx/>
                <a:buFont typeface="Arial" panose="020B0604020202020204" pitchFamily="34" charset="0"/>
                <a:buChar char="•"/>
              </a:pPr>
              <a:r>
                <a:rPr lang="zh-CN" altLang="en-US" sz="1600" b="1" dirty="0">
                  <a:solidFill>
                    <a:schemeClr val="tx1"/>
                  </a:solidFill>
                  <a:latin typeface="微软雅黑" panose="020B0503020204020204" pitchFamily="34" charset="-122"/>
                  <a:ea typeface="微软雅黑" panose="020B0503020204020204" pitchFamily="34" charset="-122"/>
                </a:rPr>
                <a:t>操作序列：</a:t>
              </a:r>
              <a:endParaRPr lang="zh-CN" altLang="en-US" sz="1600" b="1" dirty="0">
                <a:solidFill>
                  <a:schemeClr val="tx1"/>
                </a:solidFill>
                <a:latin typeface="微软雅黑" panose="020B0503020204020204" pitchFamily="34" charset="-122"/>
                <a:ea typeface="微软雅黑" panose="020B0503020204020204" pitchFamily="34" charset="-122"/>
              </a:endParaRPr>
            </a:p>
            <a:p>
              <a:pPr marL="285750" indent="-285750" algn="l">
                <a:lnSpc>
                  <a:spcPct val="150000"/>
                </a:lnSpc>
                <a:buClrTx/>
                <a:buSzTx/>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1. </a:t>
              </a:r>
              <a:r>
                <a:rPr lang="zh-CN" altLang="en-US" sz="1600" dirty="0">
                  <a:solidFill>
                    <a:schemeClr val="tx1"/>
                  </a:solidFill>
                  <a:latin typeface="微软雅黑" panose="020B0503020204020204" pitchFamily="34" charset="-122"/>
                  <a:ea typeface="微软雅黑" panose="020B0503020204020204" pitchFamily="34" charset="-122"/>
                </a:rPr>
                <a:t>选中波形图下方的文本展示卡片，点击</a:t>
              </a:r>
              <a:r>
                <a:rPr lang="en-US" altLang="zh-CN" sz="1600" dirty="0">
                  <a:solidFill>
                    <a:schemeClr val="tx1"/>
                  </a:solidFill>
                  <a:latin typeface="微软雅黑" panose="020B0503020204020204" pitchFamily="34" charset="-122"/>
                  <a:ea typeface="微软雅黑" panose="020B0503020204020204" pitchFamily="34" charset="-122"/>
                </a:rPr>
                <a:t>“</a:t>
              </a:r>
              <a:r>
                <a:rPr lang="zh-CN" altLang="en-US" sz="1600" dirty="0">
                  <a:solidFill>
                    <a:schemeClr val="tx1"/>
                  </a:solidFill>
                  <a:latin typeface="微软雅黑" panose="020B0503020204020204" pitchFamily="34" charset="-122"/>
                  <a:ea typeface="微软雅黑" panose="020B0503020204020204" pitchFamily="34" charset="-122"/>
                </a:rPr>
                <a:t>编辑</a:t>
              </a:r>
              <a:r>
                <a:rPr lang="en-US" altLang="zh-CN" sz="1600" dirty="0">
                  <a:solidFill>
                    <a:schemeClr val="tx1"/>
                  </a:solidFill>
                  <a:latin typeface="微软雅黑" panose="020B0503020204020204" pitchFamily="34" charset="-122"/>
                  <a:ea typeface="微软雅黑" panose="020B0503020204020204" pitchFamily="34" charset="-122"/>
                </a:rPr>
                <a:t>”</a:t>
              </a:r>
              <a:r>
                <a:rPr lang="zh-CN" altLang="en-US" sz="1600" dirty="0">
                  <a:solidFill>
                    <a:schemeClr val="tx1"/>
                  </a:solidFill>
                  <a:latin typeface="微软雅黑" panose="020B0503020204020204" pitchFamily="34" charset="-122"/>
                  <a:ea typeface="微软雅黑" panose="020B0503020204020204" pitchFamily="34" charset="-122"/>
                </a:rPr>
                <a:t>进入修改模式。</a:t>
              </a:r>
              <a:endParaRPr lang="zh-CN" altLang="en-US" sz="1600" dirty="0">
                <a:solidFill>
                  <a:schemeClr val="tx1"/>
                </a:solidFill>
                <a:latin typeface="微软雅黑" panose="020B0503020204020204" pitchFamily="34" charset="-122"/>
                <a:ea typeface="微软雅黑" panose="020B0503020204020204" pitchFamily="34" charset="-122"/>
              </a:endParaRPr>
            </a:p>
            <a:p>
              <a:pPr marL="285750" indent="-285750" algn="l">
                <a:lnSpc>
                  <a:spcPct val="150000"/>
                </a:lnSpc>
                <a:buClrTx/>
                <a:buSzTx/>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2. </a:t>
              </a:r>
              <a:r>
                <a:rPr lang="zh-CN" altLang="en-US" sz="1600" dirty="0">
                  <a:solidFill>
                    <a:schemeClr val="tx1"/>
                  </a:solidFill>
                  <a:latin typeface="微软雅黑" panose="020B0503020204020204" pitchFamily="34" charset="-122"/>
                  <a:ea typeface="微软雅黑" panose="020B0503020204020204" pitchFamily="34" charset="-122"/>
                </a:rPr>
                <a:t>拖拽波形图上的高亮选区边界，调整语音起止时间。</a:t>
              </a:r>
              <a:endParaRPr lang="zh-CN" altLang="en-US" sz="1600" dirty="0">
                <a:solidFill>
                  <a:schemeClr val="tx1"/>
                </a:solidFill>
                <a:latin typeface="微软雅黑" panose="020B0503020204020204" pitchFamily="34" charset="-122"/>
                <a:ea typeface="微软雅黑" panose="020B0503020204020204" pitchFamily="34" charset="-122"/>
              </a:endParaRPr>
            </a:p>
            <a:p>
              <a:pPr marL="285750" indent="-285750" algn="l">
                <a:lnSpc>
                  <a:spcPct val="150000"/>
                </a:lnSpc>
                <a:buClrTx/>
                <a:buSzTx/>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3. </a:t>
              </a:r>
              <a:r>
                <a:rPr lang="zh-CN" altLang="en-US" sz="1600" dirty="0">
                  <a:solidFill>
                    <a:schemeClr val="tx1"/>
                  </a:solidFill>
                  <a:latin typeface="微软雅黑" panose="020B0503020204020204" pitchFamily="34" charset="-122"/>
                  <a:ea typeface="微软雅黑" panose="020B0503020204020204" pitchFamily="34" charset="-122"/>
                </a:rPr>
                <a:t>在文本框内修正错别字或专有名词。</a:t>
              </a:r>
              <a:endParaRPr lang="zh-CN" altLang="en-US" sz="1600" dirty="0">
                <a:solidFill>
                  <a:schemeClr val="tx1"/>
                </a:solidFill>
                <a:latin typeface="微软雅黑" panose="020B0503020204020204" pitchFamily="34" charset="-122"/>
                <a:ea typeface="微软雅黑" panose="020B0503020204020204" pitchFamily="34" charset="-122"/>
              </a:endParaRPr>
            </a:p>
            <a:p>
              <a:pPr marL="285750" indent="-285750" algn="l">
                <a:lnSpc>
                  <a:spcPct val="150000"/>
                </a:lnSpc>
                <a:buClrTx/>
                <a:buSzTx/>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4. </a:t>
              </a:r>
              <a:r>
                <a:rPr lang="zh-CN" altLang="en-US" sz="1600" dirty="0">
                  <a:solidFill>
                    <a:schemeClr val="tx1"/>
                  </a:solidFill>
                  <a:latin typeface="微软雅黑" panose="020B0503020204020204" pitchFamily="34" charset="-122"/>
                  <a:ea typeface="微软雅黑" panose="020B0503020204020204" pitchFamily="34" charset="-122"/>
                </a:rPr>
                <a:t>完成后点击</a:t>
              </a:r>
              <a:r>
                <a:rPr lang="en-US" altLang="zh-CN" sz="1600" dirty="0">
                  <a:solidFill>
                    <a:schemeClr val="tx1"/>
                  </a:solidFill>
                  <a:latin typeface="微软雅黑" panose="020B0503020204020204" pitchFamily="34" charset="-122"/>
                  <a:ea typeface="微软雅黑" panose="020B0503020204020204" pitchFamily="34" charset="-122"/>
                </a:rPr>
                <a:t>“</a:t>
              </a:r>
              <a:r>
                <a:rPr lang="zh-CN" altLang="en-US" sz="1600" dirty="0">
                  <a:solidFill>
                    <a:schemeClr val="tx1"/>
                  </a:solidFill>
                  <a:latin typeface="微软雅黑" panose="020B0503020204020204" pitchFamily="34" charset="-122"/>
                  <a:ea typeface="微软雅黑" panose="020B0503020204020204" pitchFamily="34" charset="-122"/>
                </a:rPr>
                <a:t>保存</a:t>
              </a:r>
              <a:r>
                <a:rPr lang="en-US" altLang="zh-CN" sz="1600" dirty="0">
                  <a:solidFill>
                    <a:schemeClr val="tx1"/>
                  </a:solidFill>
                  <a:latin typeface="微软雅黑" panose="020B0503020204020204" pitchFamily="34" charset="-122"/>
                  <a:ea typeface="微软雅黑" panose="020B0503020204020204" pitchFamily="34" charset="-122"/>
                </a:rPr>
                <a:t>”</a:t>
              </a:r>
              <a:r>
                <a:rPr lang="zh-CN" altLang="en-US" sz="1600" dirty="0">
                  <a:solidFill>
                    <a:schemeClr val="tx1"/>
                  </a:solidFill>
                  <a:latin typeface="微软雅黑" panose="020B0503020204020204" pitchFamily="34" charset="-122"/>
                  <a:ea typeface="微软雅黑" panose="020B0503020204020204" pitchFamily="34" charset="-122"/>
                </a:rPr>
                <a:t>或使用快捷键提交。</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6" name="Rectangle 16"/>
            <p:cNvSpPr/>
            <p:nvPr>
              <p:custDataLst>
                <p:tags r:id="rId6"/>
              </p:custDataLst>
            </p:nvPr>
          </p:nvSpPr>
          <p:spPr>
            <a:xfrm>
              <a:off x="-1143000" y="4385890"/>
              <a:ext cx="1778001" cy="215396"/>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chemeClr val="tx1"/>
                  </a:solidFill>
                  <a:latin typeface="微软雅黑" panose="020B0503020204020204" pitchFamily="34" charset="-122"/>
                  <a:ea typeface="微软雅黑" panose="020B0503020204020204" pitchFamily="34" charset="-122"/>
                </a:rPr>
                <a:t>标注文本编辑与保存</a:t>
              </a:r>
              <a:endParaRPr lang="zh-CN" altLang="en-US" b="1" dirty="0">
                <a:solidFill>
                  <a:schemeClr val="tx1"/>
                </a:solidFill>
                <a:latin typeface="微软雅黑" panose="020B0503020204020204" pitchFamily="34" charset="-122"/>
                <a:ea typeface="微软雅黑" panose="020B0503020204020204" pitchFamily="34" charset="-122"/>
              </a:endParaRPr>
            </a:p>
            <a:p>
              <a:pPr algn="ctr"/>
              <a:r>
                <a:rPr lang="en-US" altLang="zh-CN" b="1" dirty="0">
                  <a:solidFill>
                    <a:schemeClr val="tx1"/>
                  </a:solidFill>
                  <a:latin typeface="微软雅黑" panose="020B0503020204020204" pitchFamily="34" charset="-122"/>
                  <a:ea typeface="微软雅黑" panose="020B0503020204020204" pitchFamily="34" charset="-122"/>
                </a:rPr>
                <a:t>alphabiz003002 </a:t>
              </a:r>
              <a:endParaRPr lang="en-US" altLang="zh-CN" b="1" dirty="0">
                <a:solidFill>
                  <a:schemeClr val="tx1"/>
                </a:solidFill>
                <a:latin typeface="微软雅黑" panose="020B0503020204020204" pitchFamily="34" charset="-122"/>
                <a:ea typeface="微软雅黑" panose="020B0503020204020204" pitchFamily="34" charset="-122"/>
              </a:endParaRPr>
            </a:p>
          </p:txBody>
        </p:sp>
      </p:gr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noChangeArrowheads="1"/>
          </p:cNvPicPr>
          <p:nvPr/>
        </p:nvPicPr>
        <p:blipFill>
          <a:blip r:embed="rId1">
            <a:duotone>
              <a:schemeClr val="accent2">
                <a:shade val="45000"/>
                <a:satMod val="135000"/>
              </a:schemeClr>
              <a:prstClr val="white"/>
            </a:duotone>
            <a:lum contrast="36000"/>
          </a:blip>
          <a:srcRect/>
          <a:stretch>
            <a:fillRect/>
          </a:stretch>
        </p:blipFill>
        <p:spPr bwMode="auto">
          <a:xfrm>
            <a:off x="-20638" y="-28575"/>
            <a:ext cx="12233276" cy="6967538"/>
          </a:xfrm>
          <a:prstGeom prst="rect">
            <a:avLst/>
          </a:prstGeom>
          <a:noFill/>
          <a:ln w="9525">
            <a:noFill/>
            <a:miter lim="800000"/>
            <a:headEnd/>
            <a:tailEnd/>
          </a:ln>
        </p:spPr>
      </p:pic>
      <p:sp>
        <p:nvSpPr>
          <p:cNvPr id="8" name="矩形 7"/>
          <p:cNvSpPr/>
          <p:nvPr/>
        </p:nvSpPr>
        <p:spPr>
          <a:xfrm>
            <a:off x="1811307" y="2006734"/>
            <a:ext cx="8572560" cy="2143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5600" dirty="0">
                <a:latin typeface="微软雅黑" panose="020B0503020204020204" pitchFamily="34" charset="-122"/>
                <a:ea typeface="微软雅黑" panose="020B0503020204020204" pitchFamily="34" charset="-122"/>
              </a:rPr>
              <a:t>接口需求</a:t>
            </a:r>
            <a:endParaRPr lang="zh-CN" altLang="en-US" sz="5600" dirty="0">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TextBox 11"/>
          <p:cNvSpPr txBox="1"/>
          <p:nvPr/>
        </p:nvSpPr>
        <p:spPr>
          <a:xfrm>
            <a:off x="335447" y="152331"/>
            <a:ext cx="8858484" cy="583565"/>
          </a:xfrm>
          <a:prstGeom prst="rect">
            <a:avLst/>
          </a:prstGeom>
          <a:noFill/>
        </p:spPr>
        <p:txBody>
          <a:bodyPr wrap="square" lIns="121944" tIns="60972" rIns="121944" bIns="60972" rtlCol="0">
            <a:spAutoFit/>
          </a:bodyPr>
          <a:lstStyle/>
          <a:p>
            <a:pPr algn="l">
              <a:buClrTx/>
              <a:buSzTx/>
              <a:buFontTx/>
            </a:pPr>
            <a:r>
              <a:rPr lang="zh-CN" altLang="en-US" sz="3000" dirty="0">
                <a:solidFill>
                  <a:schemeClr val="bg1"/>
                </a:solidFill>
                <a:latin typeface="微软雅黑" panose="020B0503020204020204" pitchFamily="34" charset="-122"/>
                <a:ea typeface="微软雅黑" panose="020B0503020204020204" pitchFamily="34" charset="-122"/>
                <a:sym typeface="+mn-ea"/>
              </a:rPr>
              <a:t>接口需求</a:t>
            </a:r>
            <a:endParaRPr lang="zh-CN" altLang="en-US" sz="3000" dirty="0">
              <a:solidFill>
                <a:schemeClr val="bg1"/>
              </a:solidFill>
              <a:latin typeface="微软雅黑" panose="020B0503020204020204" pitchFamily="34" charset="-122"/>
              <a:ea typeface="微软雅黑" panose="020B0503020204020204" pitchFamily="34" charset="-122"/>
            </a:endParaRPr>
          </a:p>
        </p:txBody>
      </p:sp>
      <p:graphicFrame>
        <p:nvGraphicFramePr>
          <p:cNvPr id="5" name="表格 4"/>
          <p:cNvGraphicFramePr/>
          <p:nvPr>
            <p:custDataLst>
              <p:tags r:id="rId1"/>
            </p:custDataLst>
          </p:nvPr>
        </p:nvGraphicFramePr>
        <p:xfrm>
          <a:off x="841375" y="1053465"/>
          <a:ext cx="10393680" cy="5619750"/>
        </p:xfrm>
        <a:graphic>
          <a:graphicData uri="http://schemas.openxmlformats.org/drawingml/2006/table">
            <a:tbl>
              <a:tblPr firstRow="1" bandRow="1">
                <a:tableStyleId>{85BE263C-DBD7-4A20-BB59-AAB30ACAA65A}</a:tableStyleId>
              </a:tblPr>
              <a:tblGrid>
                <a:gridCol w="967740"/>
                <a:gridCol w="2481580"/>
                <a:gridCol w="1336675"/>
                <a:gridCol w="3034030"/>
                <a:gridCol w="2573655"/>
              </a:tblGrid>
              <a:tr h="762000">
                <a:tc>
                  <a:txBody>
                    <a:bodyPr/>
                    <a:lstStyle/>
                    <a:p>
                      <a:pPr>
                        <a:buNone/>
                      </a:pPr>
                      <a:r>
                        <a:rPr lang="zh-CN" altLang="en-US"/>
                        <a:t>模块名称</a:t>
                      </a:r>
                      <a:endParaRPr lang="zh-CN" altLang="en-US"/>
                    </a:p>
                  </a:txBody>
                  <a:tcPr/>
                </a:tc>
                <a:tc gridSpan="4">
                  <a:txBody>
                    <a:bodyPr/>
                    <a:lstStyle/>
                    <a:p>
                      <a:pPr algn="ctr">
                        <a:buClrTx/>
                        <a:buSzTx/>
                        <a:buFontTx/>
                        <a:buNone/>
                      </a:pPr>
                      <a:r>
                        <a:rPr lang="zh-CN" altLang="en-US"/>
                        <a:t>接口</a:t>
                      </a:r>
                      <a:r>
                        <a:rPr lang="zh-CN" altLang="en-US"/>
                        <a:t>需求模块</a:t>
                      </a:r>
                      <a:endParaRPr lang="zh-CN" altLang="en-US"/>
                    </a:p>
                  </a:txBody>
                  <a:tcPr/>
                </a:tc>
                <a:tc hMerge="1">
                  <a:tcPr/>
                </a:tc>
                <a:tc hMerge="1">
                  <a:tcPr/>
                </a:tc>
                <a:tc hMerge="1">
                  <a:tcPr/>
                </a:tc>
              </a:tr>
              <a:tr h="762000">
                <a:tc>
                  <a:txBody>
                    <a:bodyPr/>
                    <a:lstStyle/>
                    <a:p>
                      <a:pPr algn="l">
                        <a:buClrTx/>
                        <a:buSzTx/>
                        <a:buFontTx/>
                        <a:buNone/>
                      </a:pPr>
                      <a:r>
                        <a:rPr lang="zh-CN" altLang="en-US"/>
                        <a:t>模块简介</a:t>
                      </a:r>
                      <a:endParaRPr lang="zh-CN" altLang="en-US"/>
                    </a:p>
                  </a:txBody>
                  <a:tcPr/>
                </a:tc>
                <a:tc gridSpan="4">
                  <a:txBody>
                    <a:bodyPr/>
                    <a:lstStyle/>
                    <a:p>
                      <a:pPr>
                        <a:buNone/>
                      </a:pPr>
                      <a:r>
                        <a:rPr lang="en-US" altLang="zh-CN"/>
                        <a:t>A-4</a:t>
                      </a:r>
                      <a:r>
                        <a:rPr lang="zh-CN" altLang="en-US"/>
                        <a:t>前端模块与</a:t>
                      </a:r>
                      <a:r>
                        <a:rPr lang="en-US" altLang="zh-CN"/>
                        <a:t>A-5</a:t>
                      </a:r>
                      <a:r>
                        <a:rPr lang="zh-CN" altLang="en-US"/>
                        <a:t>后端数据库及其他外部服务交互的接口规范</a:t>
                      </a:r>
                      <a:endParaRPr lang="zh-CN" altLang="en-US"/>
                    </a:p>
                  </a:txBody>
                  <a:tcPr/>
                </a:tc>
                <a:tc hMerge="1">
                  <a:tcPr/>
                </a:tc>
                <a:tc hMerge="1">
                  <a:tcPr/>
                </a:tc>
                <a:tc hMerge="1">
                  <a:tcPr/>
                </a:tc>
              </a:tr>
              <a:tr h="426720">
                <a:tc gridSpan="5">
                  <a:txBody>
                    <a:bodyPr/>
                    <a:lstStyle/>
                    <a:p>
                      <a:pPr algn="ctr">
                        <a:buNone/>
                      </a:pPr>
                      <a:r>
                        <a:rPr lang="zh-CN" altLang="en-US"/>
                        <a:t>模块功能列表</a:t>
                      </a:r>
                      <a:endParaRPr lang="zh-CN" altLang="en-US"/>
                    </a:p>
                  </a:txBody>
                  <a:tcPr/>
                </a:tc>
                <a:tc hMerge="1">
                  <a:tcPr/>
                </a:tc>
                <a:tc hMerge="1">
                  <a:tcPr/>
                </a:tc>
                <a:tc hMerge="1">
                  <a:tcPr/>
                </a:tc>
                <a:tc hMerge="1">
                  <a:tcPr/>
                </a:tc>
              </a:tr>
              <a:tr h="426720">
                <a:tc rowSpan="2">
                  <a:txBody>
                    <a:bodyPr/>
                    <a:lstStyle/>
                    <a:p>
                      <a:pPr>
                        <a:buNone/>
                      </a:pPr>
                      <a:r>
                        <a:rPr lang="zh-CN" altLang="en-US"/>
                        <a:t>序号</a:t>
                      </a:r>
                      <a:endParaRPr lang="zh-CN" altLang="en-US"/>
                    </a:p>
                    <a:p>
                      <a:pPr>
                        <a:buNone/>
                      </a:pPr>
                      <a:endParaRPr lang="zh-CN" altLang="en-US"/>
                    </a:p>
                  </a:txBody>
                  <a:tcPr/>
                </a:tc>
                <a:tc gridSpan="2">
                  <a:txBody>
                    <a:bodyPr/>
                    <a:lstStyle/>
                    <a:p>
                      <a:pPr algn="ctr">
                        <a:buNone/>
                      </a:pPr>
                      <a:r>
                        <a:rPr lang="zh-CN" altLang="en-US"/>
                        <a:t>一级功能</a:t>
                      </a:r>
                      <a:endParaRPr lang="zh-CN" altLang="en-US"/>
                    </a:p>
                  </a:txBody>
                  <a:tcPr/>
                </a:tc>
                <a:tc hMerge="1">
                  <a:tcPr/>
                </a:tc>
                <a:tc gridSpan="2">
                  <a:txBody>
                    <a:bodyPr/>
                    <a:lstStyle/>
                    <a:p>
                      <a:pPr algn="ctr">
                        <a:buNone/>
                      </a:pPr>
                      <a:r>
                        <a:rPr lang="zh-CN" altLang="en-US"/>
                        <a:t>二级功能</a:t>
                      </a:r>
                      <a:endParaRPr lang="zh-CN" altLang="en-US"/>
                    </a:p>
                  </a:txBody>
                  <a:tcPr/>
                </a:tc>
                <a:tc hMerge="1">
                  <a:tcPr/>
                </a:tc>
              </a:tr>
              <a:tr h="426720">
                <a:tc vMerge="1">
                  <a:tcPr/>
                </a:tc>
                <a:tc>
                  <a:txBody>
                    <a:bodyPr/>
                    <a:lstStyle/>
                    <a:p>
                      <a:pPr algn="ctr">
                        <a:buNone/>
                      </a:pPr>
                      <a:r>
                        <a:rPr lang="zh-CN" altLang="en-US"/>
                        <a:t>功能名称</a:t>
                      </a:r>
                      <a:endParaRPr lang="zh-CN" altLang="en-US"/>
                    </a:p>
                  </a:txBody>
                  <a:tcPr/>
                </a:tc>
                <a:tc>
                  <a:txBody>
                    <a:bodyPr/>
                    <a:lstStyle/>
                    <a:p>
                      <a:pPr algn="ctr">
                        <a:buNone/>
                      </a:pPr>
                      <a:r>
                        <a:rPr lang="zh-CN" altLang="en-US"/>
                        <a:t>功能编号</a:t>
                      </a:r>
                      <a:endParaRPr lang="zh-CN" altLang="en-US"/>
                    </a:p>
                  </a:txBody>
                  <a:tcPr/>
                </a:tc>
                <a:tc>
                  <a:txBody>
                    <a:bodyPr/>
                    <a:lstStyle/>
                    <a:p>
                      <a:pPr algn="ctr">
                        <a:buNone/>
                      </a:pPr>
                      <a:r>
                        <a:rPr lang="zh-CN" altLang="en-US"/>
                        <a:t>功能名称</a:t>
                      </a:r>
                      <a:endParaRPr lang="zh-CN" altLang="en-US"/>
                    </a:p>
                  </a:txBody>
                  <a:tcPr/>
                </a:tc>
                <a:tc>
                  <a:txBody>
                    <a:bodyPr/>
                    <a:lstStyle/>
                    <a:p>
                      <a:pPr algn="ctr">
                        <a:buNone/>
                      </a:pPr>
                      <a:r>
                        <a:rPr lang="zh-CN" altLang="en-US"/>
                        <a:t>功能编号</a:t>
                      </a:r>
                      <a:endParaRPr lang="zh-CN" altLang="en-US"/>
                    </a:p>
                  </a:txBody>
                  <a:tcPr/>
                </a:tc>
              </a:tr>
              <a:tr h="515620">
                <a:tc>
                  <a:txBody>
                    <a:bodyPr/>
                    <a:lstStyle/>
                    <a:p>
                      <a:pPr>
                        <a:buNone/>
                      </a:pPr>
                      <a:r>
                        <a:rPr lang="en-US" altLang="zh-CN"/>
                        <a:t>1</a:t>
                      </a:r>
                      <a:endParaRPr lang="en-US" altLang="zh-CN"/>
                    </a:p>
                  </a:txBody>
                  <a:tcPr/>
                </a:tc>
                <a:tc>
                  <a:txBody>
                    <a:bodyPr/>
                    <a:lstStyle/>
                    <a:p>
                      <a:pPr algn="ctr">
                        <a:buNone/>
                      </a:pPr>
                      <a:r>
                        <a:rPr lang="zh-CN" altLang="en-US"/>
                        <a:t>动态实时数据接口</a:t>
                      </a:r>
                      <a:endParaRPr lang="zh-CN" altLang="en-US"/>
                    </a:p>
                  </a:txBody>
                  <a:tcPr/>
                </a:tc>
                <a:tc>
                  <a:txBody>
                    <a:bodyPr/>
                    <a:lstStyle/>
                    <a:p>
                      <a:pPr algn="ctr">
                        <a:buNone/>
                      </a:pPr>
                      <a:r>
                        <a:rPr lang="en-US" altLang="zh-CN"/>
                        <a:t>alphaapi1</a:t>
                      </a:r>
                      <a:endParaRPr lang="en-US" altLang="zh-CN"/>
                    </a:p>
                  </a:txBody>
                  <a:tcPr/>
                </a:tc>
                <a:tc>
                  <a:txBody>
                    <a:bodyPr/>
                    <a:lstStyle/>
                    <a:p>
                      <a:pPr algn="ctr">
                        <a:buNone/>
                      </a:pPr>
                      <a:r>
                        <a:rPr lang="en-US" altLang="zh-CN"/>
                        <a:t>ADSB</a:t>
                      </a:r>
                      <a:r>
                        <a:rPr lang="zh-CN" altLang="en-US"/>
                        <a:t>时标航迹获取接口</a:t>
                      </a:r>
                      <a:endParaRPr lang="zh-CN" altLang="en-US"/>
                    </a:p>
                  </a:txBody>
                  <a:tcPr/>
                </a:tc>
                <a:tc>
                  <a:txBody>
                    <a:bodyPr/>
                    <a:lstStyle/>
                    <a:p>
                      <a:pPr algn="ctr">
                        <a:buNone/>
                      </a:pPr>
                      <a:r>
                        <a:rPr lang="en-US" altLang="zh-CN"/>
                        <a:t>alphaapi001001</a:t>
                      </a:r>
                      <a:endParaRPr lang="en-US" altLang="zh-CN"/>
                    </a:p>
                  </a:txBody>
                  <a:tcPr/>
                </a:tc>
              </a:tr>
              <a:tr h="426720">
                <a:tc>
                  <a:txBody>
                    <a:bodyPr/>
                    <a:lstStyle/>
                    <a:p>
                      <a:pPr>
                        <a:buNone/>
                      </a:pPr>
                      <a:r>
                        <a:rPr lang="en-US" altLang="zh-CN"/>
                        <a:t>-</a:t>
                      </a:r>
                      <a:endParaRPr lang="en-US" altLang="zh-CN"/>
                    </a:p>
                  </a:txBody>
                  <a:tcPr/>
                </a:tc>
                <a:tc>
                  <a:txBody>
                    <a:bodyPr/>
                    <a:lstStyle/>
                    <a:p>
                      <a:pPr>
                        <a:buNone/>
                      </a:pPr>
                      <a:endParaRPr lang="zh-CN" altLang="en-US"/>
                    </a:p>
                  </a:txBody>
                  <a:tcPr/>
                </a:tc>
                <a:tc>
                  <a:txBody>
                    <a:bodyPr/>
                    <a:lstStyle/>
                    <a:p>
                      <a:pPr>
                        <a:buNone/>
                      </a:pPr>
                      <a:endParaRPr lang="zh-CN" altLang="en-US"/>
                    </a:p>
                  </a:txBody>
                  <a:tcPr/>
                </a:tc>
                <a:tc>
                  <a:txBody>
                    <a:bodyPr/>
                    <a:lstStyle/>
                    <a:p>
                      <a:pPr algn="ctr">
                        <a:buNone/>
                      </a:pPr>
                      <a:r>
                        <a:rPr lang="zh-CN" altLang="en-US"/>
                        <a:t>辅助信息</a:t>
                      </a:r>
                      <a:r>
                        <a:rPr lang="en-US" altLang="zh-CN"/>
                        <a:t>(VSP)</a:t>
                      </a:r>
                      <a:r>
                        <a:rPr lang="zh-CN" altLang="en-US"/>
                        <a:t>获取接口</a:t>
                      </a:r>
                      <a:endParaRPr lang="zh-CN" altLang="en-US"/>
                    </a:p>
                  </a:txBody>
                  <a:tcPr/>
                </a:tc>
                <a:tc>
                  <a:txBody>
                    <a:bodyPr/>
                    <a:lstStyle/>
                    <a:p>
                      <a:pPr algn="ctr">
                        <a:buNone/>
                      </a:pPr>
                      <a:r>
                        <a:rPr lang="en-US" altLang="zh-CN"/>
                        <a:t>alphaapi001002</a:t>
                      </a:r>
                      <a:endParaRPr lang="en-US" altLang="zh-CN"/>
                    </a:p>
                  </a:txBody>
                  <a:tcPr/>
                </a:tc>
              </a:tr>
              <a:tr h="502920">
                <a:tc>
                  <a:txBody>
                    <a:bodyPr/>
                    <a:lstStyle/>
                    <a:p>
                      <a:pPr>
                        <a:buNone/>
                      </a:pPr>
                      <a:r>
                        <a:rPr lang="en-US" altLang="zh-CN"/>
                        <a:t>2</a:t>
                      </a:r>
                      <a:endParaRPr lang="en-US" altLang="zh-CN"/>
                    </a:p>
                  </a:txBody>
                  <a:tcPr/>
                </a:tc>
                <a:tc>
                  <a:txBody>
                    <a:bodyPr/>
                    <a:lstStyle/>
                    <a:p>
                      <a:pPr algn="ctr">
                        <a:buNone/>
                      </a:pPr>
                      <a:r>
                        <a:rPr lang="zh-CN" altLang="en-US"/>
                        <a:t>多媒体与文本接口</a:t>
                      </a:r>
                      <a:endParaRPr lang="zh-CN" altLang="en-US"/>
                    </a:p>
                  </a:txBody>
                  <a:tcPr/>
                </a:tc>
                <a:tc>
                  <a:txBody>
                    <a:bodyPr/>
                    <a:lstStyle/>
                    <a:p>
                      <a:pPr algn="ctr">
                        <a:buNone/>
                      </a:pPr>
                      <a:r>
                        <a:rPr lang="en-US" altLang="zh-CN"/>
                        <a:t>alphaapi2</a:t>
                      </a:r>
                      <a:endParaRPr lang="en-US" altLang="zh-CN"/>
                    </a:p>
                  </a:txBody>
                  <a:tcPr/>
                </a:tc>
                <a:tc>
                  <a:txBody>
                    <a:bodyPr/>
                    <a:lstStyle/>
                    <a:p>
                      <a:pPr algn="ctr">
                        <a:buNone/>
                      </a:pPr>
                      <a:r>
                        <a:rPr lang="en-US" altLang="zh-CN"/>
                        <a:t>ATC</a:t>
                      </a:r>
                      <a:r>
                        <a:rPr lang="zh-CN" altLang="en-US"/>
                        <a:t>音频流加载接口</a:t>
                      </a:r>
                      <a:endParaRPr lang="zh-CN" altLang="en-US"/>
                    </a:p>
                  </a:txBody>
                  <a:tcPr/>
                </a:tc>
                <a:tc>
                  <a:txBody>
                    <a:bodyPr/>
                    <a:lstStyle/>
                    <a:p>
                      <a:pPr algn="ctr">
                        <a:buNone/>
                      </a:pPr>
                      <a:r>
                        <a:rPr lang="en-US" altLang="zh-CN"/>
                        <a:t>alphaapi002001</a:t>
                      </a:r>
                      <a:endParaRPr lang="en-US" altLang="zh-CN"/>
                    </a:p>
                  </a:txBody>
                  <a:tcPr/>
                </a:tc>
              </a:tr>
              <a:tr h="426720">
                <a:tc>
                  <a:txBody>
                    <a:bodyPr/>
                    <a:lstStyle/>
                    <a:p>
                      <a:pPr>
                        <a:buNone/>
                      </a:pPr>
                      <a:r>
                        <a:rPr lang="en-US" altLang="zh-CN"/>
                        <a:t>-</a:t>
                      </a:r>
                      <a:endParaRPr lang="en-US" altLang="zh-CN"/>
                    </a:p>
                  </a:txBody>
                  <a:tcPr/>
                </a:tc>
                <a:tc>
                  <a:txBody>
                    <a:bodyPr/>
                    <a:lstStyle/>
                    <a:p>
                      <a:pPr>
                        <a:buNone/>
                      </a:pPr>
                      <a:endParaRPr lang="zh-CN" altLang="en-US"/>
                    </a:p>
                  </a:txBody>
                  <a:tcPr/>
                </a:tc>
                <a:tc>
                  <a:txBody>
                    <a:bodyPr/>
                    <a:lstStyle/>
                    <a:p>
                      <a:pPr>
                        <a:buNone/>
                      </a:pPr>
                      <a:endParaRPr lang="zh-CN" altLang="en-US"/>
                    </a:p>
                  </a:txBody>
                  <a:tcPr/>
                </a:tc>
                <a:tc>
                  <a:txBody>
                    <a:bodyPr/>
                    <a:lstStyle/>
                    <a:p>
                      <a:pPr algn="ctr">
                        <a:buNone/>
                      </a:pPr>
                      <a:r>
                        <a:rPr lang="en-US" altLang="zh-CN" sz="2200">
                          <a:sym typeface="+mn-ea"/>
                        </a:rPr>
                        <a:t>ASR</a:t>
                      </a:r>
                      <a:r>
                        <a:rPr lang="zh-CN" altLang="en-US" sz="2200">
                          <a:sym typeface="+mn-ea"/>
                        </a:rPr>
                        <a:t>预处理结果获取接口</a:t>
                      </a:r>
                      <a:endParaRPr lang="zh-CN" altLang="en-US"/>
                    </a:p>
                  </a:txBody>
                  <a:tcPr/>
                </a:tc>
                <a:tc>
                  <a:txBody>
                    <a:bodyPr/>
                    <a:lstStyle/>
                    <a:p>
                      <a:pPr algn="ctr">
                        <a:buNone/>
                      </a:pPr>
                      <a:r>
                        <a:rPr lang="en-US" altLang="zh-CN" sz="2200">
                          <a:sym typeface="+mn-ea"/>
                        </a:rPr>
                        <a:t>alphaapi002002</a:t>
                      </a:r>
                      <a:endParaRPr lang="en-US" altLang="zh-CN"/>
                    </a:p>
                  </a:txBody>
                  <a:tcPr/>
                </a:tc>
              </a:tr>
              <a:tr h="516890">
                <a:tc>
                  <a:txBody>
                    <a:bodyPr/>
                    <a:lstStyle/>
                    <a:p>
                      <a:pPr>
                        <a:buNone/>
                      </a:pPr>
                      <a:r>
                        <a:rPr lang="en-US" altLang="zh-CN"/>
                        <a:t>3</a:t>
                      </a:r>
                      <a:endParaRPr lang="en-US" altLang="zh-CN"/>
                    </a:p>
                  </a:txBody>
                  <a:tcPr/>
                </a:tc>
                <a:tc>
                  <a:txBody>
                    <a:bodyPr/>
                    <a:lstStyle/>
                    <a:p>
                      <a:pPr algn="ctr">
                        <a:buNone/>
                      </a:pPr>
                      <a:r>
                        <a:rPr lang="zh-CN" altLang="en-US"/>
                        <a:t>数据回写交互接口</a:t>
                      </a:r>
                      <a:endParaRPr lang="zh-CN" altLang="en-US"/>
                    </a:p>
                  </a:txBody>
                  <a:tcPr/>
                </a:tc>
                <a:tc>
                  <a:txBody>
                    <a:bodyPr/>
                    <a:lstStyle/>
                    <a:p>
                      <a:pPr algn="ctr">
                        <a:buNone/>
                      </a:pPr>
                      <a:r>
                        <a:rPr lang="en-US" altLang="zh-CN"/>
                        <a:t>alphaapi3</a:t>
                      </a:r>
                      <a:endParaRPr lang="en-US" altLang="zh-CN"/>
                    </a:p>
                  </a:txBody>
                  <a:tcPr/>
                </a:tc>
                <a:tc>
                  <a:txBody>
                    <a:bodyPr/>
                    <a:lstStyle/>
                    <a:p>
                      <a:pPr algn="ctr">
                        <a:buNone/>
                      </a:pPr>
                      <a:r>
                        <a:rPr lang="zh-CN" altLang="en-US"/>
                        <a:t>标注成果提交接口</a:t>
                      </a:r>
                      <a:endParaRPr lang="zh-CN" altLang="en-US"/>
                    </a:p>
                  </a:txBody>
                  <a:tcPr/>
                </a:tc>
                <a:tc>
                  <a:txBody>
                    <a:bodyPr/>
                    <a:lstStyle/>
                    <a:p>
                      <a:pPr algn="ctr">
                        <a:buNone/>
                      </a:pPr>
                      <a:r>
                        <a:rPr lang="en-US" altLang="zh-CN"/>
                        <a:t>alphaapi003001</a:t>
                      </a:r>
                      <a:endParaRPr lang="en-US" altLang="zh-CN"/>
                    </a:p>
                  </a:txBody>
                  <a:tcPr/>
                </a:tc>
              </a:tr>
            </a:tbl>
          </a:graphicData>
        </a:graphic>
      </p:graphicFrame>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TextBox 11"/>
          <p:cNvSpPr txBox="1"/>
          <p:nvPr/>
        </p:nvSpPr>
        <p:spPr>
          <a:xfrm>
            <a:off x="335447" y="152331"/>
            <a:ext cx="8858484" cy="583565"/>
          </a:xfrm>
          <a:prstGeom prst="rect">
            <a:avLst/>
          </a:prstGeom>
          <a:noFill/>
        </p:spPr>
        <p:txBody>
          <a:bodyPr wrap="square" lIns="121944" tIns="60972" rIns="121944" bIns="60972" rtlCol="0">
            <a:spAutoFit/>
          </a:bodyPr>
          <a:lstStyle/>
          <a:p>
            <a:r>
              <a:rPr lang="zh-CN" altLang="en-US" sz="3000" dirty="0">
                <a:solidFill>
                  <a:schemeClr val="bg1"/>
                </a:solidFill>
                <a:latin typeface="微软雅黑" panose="020B0503020204020204" pitchFamily="34" charset="-122"/>
                <a:ea typeface="微软雅黑" panose="020B0503020204020204" pitchFamily="34" charset="-122"/>
              </a:rPr>
              <a:t>动态实时数据接口</a:t>
            </a:r>
            <a:endParaRPr lang="zh-CN" altLang="en-US" sz="3000" dirty="0">
              <a:solidFill>
                <a:schemeClr val="bg1"/>
              </a:solidFill>
              <a:latin typeface="微软雅黑" panose="020B0503020204020204" pitchFamily="34" charset="-122"/>
              <a:ea typeface="微软雅黑" panose="020B0503020204020204" pitchFamily="34" charset="-122"/>
            </a:endParaRPr>
          </a:p>
        </p:txBody>
      </p:sp>
      <p:sp>
        <p:nvSpPr>
          <p:cNvPr id="21" name="Rectangle 4"/>
          <p:cNvSpPr/>
          <p:nvPr/>
        </p:nvSpPr>
        <p:spPr>
          <a:xfrm>
            <a:off x="199390" y="1341755"/>
            <a:ext cx="12005945" cy="5478145"/>
          </a:xfrm>
          <a:prstGeom prst="rect">
            <a:avLst/>
          </a:prstGeom>
          <a:solidFill>
            <a:srgbClr val="8B0000">
              <a:alpha val="5000"/>
            </a:srgbClr>
          </a:solidFill>
          <a:ln cap="flat" cmpd="sng">
            <a:solidFill>
              <a:srgbClr val="720000">
                <a:alpha val="5000"/>
              </a:srgbClr>
            </a:solidFill>
            <a:prstDash val="solid"/>
            <a:round/>
          </a:ln>
        </p:spPr>
        <p:txBody>
          <a:bodyPr vert="horz" wrap="square" lIns="63500" tIns="63500" rIns="63500" bIns="635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dirty="0">
              <a:solidFill>
                <a:schemeClr val="tx1"/>
              </a:solidFill>
              <a:latin typeface="Calibri" panose="020F0502020204030204" pitchFamily="34" charset="0"/>
              <a:ea typeface="宋体" panose="02010600030101010101" pitchFamily="2" charset="-122"/>
            </a:endParaRPr>
          </a:p>
        </p:txBody>
      </p:sp>
      <p:grpSp>
        <p:nvGrpSpPr>
          <p:cNvPr id="23" name="Group 11"/>
          <p:cNvGrpSpPr/>
          <p:nvPr/>
        </p:nvGrpSpPr>
        <p:grpSpPr>
          <a:xfrm>
            <a:off x="5882005" y="1485265"/>
            <a:ext cx="5628640" cy="5172710"/>
            <a:chOff x="783563" y="1249478"/>
            <a:chExt cx="1841127" cy="1717665"/>
          </a:xfrm>
        </p:grpSpPr>
        <p:sp>
          <p:nvSpPr>
            <p:cNvPr id="36" name="Rectangle 12"/>
            <p:cNvSpPr/>
            <p:nvPr/>
          </p:nvSpPr>
          <p:spPr>
            <a:xfrm>
              <a:off x="783563" y="1619115"/>
              <a:ext cx="1841127" cy="1348028"/>
            </a:xfrm>
            <a:prstGeom prst="rect">
              <a:avLst/>
            </a:prstGeom>
          </p:spPr>
          <p:style>
            <a:lnRef idx="3">
              <a:schemeClr val="accent3"/>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0">
                <a:lnSpc>
                  <a:spcPct val="150000"/>
                </a:lnSpc>
                <a:buFont typeface="Arial" panose="020B0604020202020204" pitchFamily="34" charset="0"/>
                <a:buNone/>
              </a:pPr>
              <a:r>
                <a:rPr lang="zh-CN" altLang="en-US" sz="1400" b="1" dirty="0">
                  <a:solidFill>
                    <a:schemeClr val="tx1"/>
                  </a:solidFill>
                  <a:latin typeface="微软雅黑" panose="020B0503020204020204" pitchFamily="34" charset="-122"/>
                  <a:ea typeface="微软雅黑" panose="020B0503020204020204" pitchFamily="34" charset="-122"/>
                </a:rPr>
                <a:t>功能描述：</a:t>
              </a:r>
              <a:r>
                <a:rPr lang="zh-CN" altLang="en-US" sz="1400" dirty="0">
                  <a:solidFill>
                    <a:schemeClr val="tx1"/>
                  </a:solidFill>
                  <a:latin typeface="微软雅黑" panose="020B0503020204020204" pitchFamily="34" charset="-122"/>
                  <a:ea typeface="微软雅黑" panose="020B0503020204020204" pitchFamily="34" charset="-122"/>
                </a:rPr>
                <a:t>为了辅助标注人员更好地理解</a:t>
              </a:r>
              <a:r>
                <a:rPr lang="en-US" altLang="zh-CN" sz="1400" dirty="0">
                  <a:solidFill>
                    <a:schemeClr val="tx1"/>
                  </a:solidFill>
                  <a:latin typeface="微软雅黑" panose="020B0503020204020204" pitchFamily="34" charset="-122"/>
                  <a:ea typeface="微软雅黑" panose="020B0503020204020204" pitchFamily="34" charset="-122"/>
                </a:rPr>
                <a:t> ATC </a:t>
              </a:r>
              <a:r>
                <a:rPr lang="zh-CN" altLang="en-US" sz="1400" dirty="0">
                  <a:solidFill>
                    <a:schemeClr val="tx1"/>
                  </a:solidFill>
                  <a:latin typeface="微软雅黑" panose="020B0503020204020204" pitchFamily="34" charset="-122"/>
                  <a:ea typeface="微软雅黑" panose="020B0503020204020204" pitchFamily="34" charset="-122"/>
                </a:rPr>
                <a:t>对话，前端向后端请求获取航空辅助标图数据（如</a:t>
              </a:r>
              <a:r>
                <a:rPr lang="en-US" altLang="zh-CN" sz="1400" dirty="0">
                  <a:solidFill>
                    <a:schemeClr val="tx1"/>
                  </a:solidFill>
                  <a:latin typeface="微软雅黑" panose="020B0503020204020204" pitchFamily="34" charset="-122"/>
                  <a:ea typeface="微软雅黑" panose="020B0503020204020204" pitchFamily="34" charset="-122"/>
                </a:rPr>
                <a:t> VHHH </a:t>
              </a:r>
              <a:r>
                <a:rPr lang="zh-CN" altLang="en-US" sz="1400" dirty="0">
                  <a:solidFill>
                    <a:schemeClr val="tx1"/>
                  </a:solidFill>
                  <a:latin typeface="微软雅黑" panose="020B0503020204020204" pitchFamily="34" charset="-122"/>
                  <a:ea typeface="微软雅黑" panose="020B0503020204020204" pitchFamily="34" charset="-122"/>
                </a:rPr>
                <a:t>机场的常用地标、</a:t>
              </a:r>
              <a:r>
                <a:rPr lang="en-US" altLang="zh-CN" sz="1400" dirty="0">
                  <a:solidFill>
                    <a:schemeClr val="tx1"/>
                  </a:solidFill>
                  <a:latin typeface="微软雅黑" panose="020B0503020204020204" pitchFamily="34" charset="-122"/>
                  <a:ea typeface="微软雅黑" panose="020B0503020204020204" pitchFamily="34" charset="-122"/>
                </a:rPr>
                <a:t>SID/STAR </a:t>
              </a:r>
              <a:r>
                <a:rPr lang="zh-CN" altLang="en-US" sz="1400" dirty="0">
                  <a:solidFill>
                    <a:schemeClr val="tx1"/>
                  </a:solidFill>
                  <a:latin typeface="微软雅黑" panose="020B0503020204020204" pitchFamily="34" charset="-122"/>
                  <a:ea typeface="微软雅黑" panose="020B0503020204020204" pitchFamily="34" charset="-122"/>
                </a:rPr>
                <a:t>航线走向等）。</a:t>
              </a:r>
              <a:endParaRPr lang="zh-CN" altLang="en-US" sz="14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zh-CN" altLang="en-US" sz="1400" b="1" dirty="0">
                  <a:solidFill>
                    <a:schemeClr val="tx1"/>
                  </a:solidFill>
                  <a:latin typeface="微软雅黑" panose="020B0503020204020204" pitchFamily="34" charset="-122"/>
                  <a:ea typeface="微软雅黑" panose="020B0503020204020204" pitchFamily="34" charset="-122"/>
                </a:rPr>
                <a:t>调用者</a:t>
              </a:r>
              <a:r>
                <a:rPr lang="zh-CN" altLang="en-US" sz="1400" dirty="0">
                  <a:solidFill>
                    <a:schemeClr val="tx1"/>
                  </a:solidFill>
                  <a:latin typeface="微软雅黑" panose="020B0503020204020204" pitchFamily="34" charset="-122"/>
                  <a:ea typeface="微软雅黑" panose="020B0503020204020204" pitchFamily="34" charset="-122"/>
                </a:rPr>
                <a:t>：</a:t>
              </a:r>
              <a:r>
                <a:rPr lang="en-US" altLang="zh-CN" sz="1400" dirty="0">
                  <a:solidFill>
                    <a:schemeClr val="tx1"/>
                  </a:solidFill>
                  <a:latin typeface="微软雅黑" panose="020B0503020204020204" pitchFamily="34" charset="-122"/>
                  <a:ea typeface="微软雅黑" panose="020B0503020204020204" pitchFamily="34" charset="-122"/>
                </a:rPr>
                <a:t>A-4</a:t>
              </a:r>
              <a:r>
                <a:rPr lang="zh-CN" altLang="en-US" sz="1400" dirty="0">
                  <a:solidFill>
                    <a:schemeClr val="tx1"/>
                  </a:solidFill>
                  <a:latin typeface="微软雅黑" panose="020B0503020204020204" pitchFamily="34" charset="-122"/>
                  <a:ea typeface="微软雅黑" panose="020B0503020204020204" pitchFamily="34" charset="-122"/>
                </a:rPr>
                <a:t>前端模块（地图底图渲染组件）</a:t>
              </a:r>
              <a:endParaRPr lang="zh-CN" altLang="en-US" sz="14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zh-CN" altLang="en-US" sz="1400" b="1" dirty="0">
                  <a:solidFill>
                    <a:schemeClr val="tx1"/>
                  </a:solidFill>
                  <a:latin typeface="微软雅黑" panose="020B0503020204020204" pitchFamily="34" charset="-122"/>
                  <a:ea typeface="微软雅黑" panose="020B0503020204020204" pitchFamily="34" charset="-122"/>
                </a:rPr>
                <a:t>输入</a:t>
              </a:r>
              <a:r>
                <a:rPr lang="zh-CN" altLang="en-US" sz="1400" dirty="0">
                  <a:solidFill>
                    <a:schemeClr val="tx1"/>
                  </a:solidFill>
                  <a:latin typeface="微软雅黑" panose="020B0503020204020204" pitchFamily="34" charset="-122"/>
                  <a:ea typeface="微软雅黑" panose="020B0503020204020204" pitchFamily="34" charset="-122"/>
                </a:rPr>
                <a:t>：请求参数：目标机场代码（</a:t>
              </a:r>
              <a:r>
                <a:rPr lang="en-US" altLang="zh-CN" sz="1400" dirty="0">
                  <a:solidFill>
                    <a:schemeClr val="tx1"/>
                  </a:solidFill>
                  <a:latin typeface="微软雅黑" panose="020B0503020204020204" pitchFamily="34" charset="-122"/>
                  <a:ea typeface="微软雅黑" panose="020B0503020204020204" pitchFamily="34" charset="-122"/>
                </a:rPr>
                <a:t>VHHH</a:t>
              </a:r>
              <a:r>
                <a:rPr lang="zh-CN" altLang="en-US" sz="1400" dirty="0">
                  <a:solidFill>
                    <a:schemeClr val="tx1"/>
                  </a:solidFill>
                  <a:latin typeface="微软雅黑" panose="020B0503020204020204" pitchFamily="34" charset="-122"/>
                  <a:ea typeface="微软雅黑" panose="020B0503020204020204" pitchFamily="34" charset="-122"/>
                </a:rPr>
                <a:t>）、需获取的图层类型标识。</a:t>
              </a:r>
              <a:endParaRPr lang="zh-CN" altLang="en-US" sz="14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zh-CN" altLang="en-US" sz="1400" b="1" dirty="0">
                  <a:solidFill>
                    <a:schemeClr val="tx1"/>
                  </a:solidFill>
                  <a:latin typeface="微软雅黑" panose="020B0503020204020204" pitchFamily="34" charset="-122"/>
                  <a:ea typeface="微软雅黑" panose="020B0503020204020204" pitchFamily="34" charset="-122"/>
                </a:rPr>
                <a:t>输出</a:t>
              </a:r>
              <a:r>
                <a:rPr lang="zh-CN" altLang="en-US" sz="1400" dirty="0">
                  <a:solidFill>
                    <a:schemeClr val="tx1"/>
                  </a:solidFill>
                  <a:latin typeface="微软雅黑" panose="020B0503020204020204" pitchFamily="34" charset="-122"/>
                  <a:ea typeface="微软雅黑" panose="020B0503020204020204" pitchFamily="34" charset="-122"/>
                </a:rPr>
                <a:t>：包含地理坐标点位及图形描述属性的</a:t>
              </a:r>
              <a:r>
                <a:rPr lang="en-US" altLang="zh-CN" sz="1400" dirty="0">
                  <a:solidFill>
                    <a:schemeClr val="tx1"/>
                  </a:solidFill>
                  <a:latin typeface="微软雅黑" panose="020B0503020204020204" pitchFamily="34" charset="-122"/>
                  <a:ea typeface="微软雅黑" panose="020B0503020204020204" pitchFamily="34" charset="-122"/>
                </a:rPr>
                <a:t> GeoJSON </a:t>
              </a:r>
              <a:r>
                <a:rPr lang="zh-CN" altLang="en-US" sz="1400" dirty="0">
                  <a:solidFill>
                    <a:schemeClr val="tx1"/>
                  </a:solidFill>
                  <a:latin typeface="微软雅黑" panose="020B0503020204020204" pitchFamily="34" charset="-122"/>
                  <a:ea typeface="微软雅黑" panose="020B0503020204020204" pitchFamily="34" charset="-122"/>
                </a:rPr>
                <a:t>数据或</a:t>
              </a:r>
              <a:r>
                <a:rPr lang="en-US" altLang="zh-CN" sz="1400" dirty="0">
                  <a:solidFill>
                    <a:schemeClr val="tx1"/>
                  </a:solidFill>
                  <a:latin typeface="微软雅黑" panose="020B0503020204020204" pitchFamily="34" charset="-122"/>
                  <a:ea typeface="微软雅黑" panose="020B0503020204020204" pitchFamily="34" charset="-122"/>
                </a:rPr>
                <a:t> JSON </a:t>
              </a:r>
              <a:r>
                <a:rPr lang="zh-CN" altLang="en-US" sz="1400" dirty="0">
                  <a:solidFill>
                    <a:schemeClr val="tx1"/>
                  </a:solidFill>
                  <a:latin typeface="微软雅黑" panose="020B0503020204020204" pitchFamily="34" charset="-122"/>
                  <a:ea typeface="微软雅黑" panose="020B0503020204020204" pitchFamily="34" charset="-122"/>
                </a:rPr>
                <a:t>数组。</a:t>
              </a:r>
              <a:endParaRPr lang="zh-CN" altLang="en-US" sz="1400" dirty="0">
                <a:solidFill>
                  <a:schemeClr val="tx1"/>
                </a:solidFill>
                <a:latin typeface="微软雅黑" panose="020B0503020204020204" pitchFamily="34" charset="-122"/>
                <a:ea typeface="微软雅黑" panose="020B0503020204020204" pitchFamily="34" charset="-122"/>
              </a:endParaRPr>
            </a:p>
          </p:txBody>
        </p:sp>
        <p:sp>
          <p:nvSpPr>
            <p:cNvPr id="37" name="Rectangle 13"/>
            <p:cNvSpPr/>
            <p:nvPr/>
          </p:nvSpPr>
          <p:spPr>
            <a:xfrm>
              <a:off x="783563" y="1249478"/>
              <a:ext cx="1841127" cy="293556"/>
            </a:xfrm>
            <a:prstGeom prst="rect">
              <a:avLst/>
            </a:prstGeom>
          </p:spPr>
          <p:style>
            <a:lnRef idx="3">
              <a:schemeClr val="accent3"/>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chemeClr val="tx1"/>
                  </a:solidFill>
                  <a:latin typeface="微软雅黑" panose="020B0503020204020204" pitchFamily="34" charset="-122"/>
                  <a:ea typeface="微软雅黑" panose="020B0503020204020204" pitchFamily="34" charset="-122"/>
                </a:rPr>
                <a:t>辅助信息</a:t>
              </a:r>
              <a:r>
                <a:rPr lang="en-US" altLang="zh-CN" b="1" dirty="0">
                  <a:solidFill>
                    <a:schemeClr val="tx1"/>
                  </a:solidFill>
                  <a:latin typeface="微软雅黑" panose="020B0503020204020204" pitchFamily="34" charset="-122"/>
                  <a:ea typeface="微软雅黑" panose="020B0503020204020204" pitchFamily="34" charset="-122"/>
                </a:rPr>
                <a:t>(VSP)</a:t>
              </a:r>
              <a:r>
                <a:rPr lang="zh-CN" altLang="en-US" b="1" dirty="0">
                  <a:solidFill>
                    <a:schemeClr val="tx1"/>
                  </a:solidFill>
                  <a:latin typeface="微软雅黑" panose="020B0503020204020204" pitchFamily="34" charset="-122"/>
                  <a:ea typeface="微软雅黑" panose="020B0503020204020204" pitchFamily="34" charset="-122"/>
                </a:rPr>
                <a:t>获取接口</a:t>
              </a:r>
              <a:endParaRPr lang="zh-CN" altLang="en-US" b="1" dirty="0">
                <a:solidFill>
                  <a:schemeClr val="tx1"/>
                </a:solidFill>
                <a:latin typeface="微软雅黑" panose="020B0503020204020204" pitchFamily="34" charset="-122"/>
                <a:ea typeface="微软雅黑" panose="020B0503020204020204" pitchFamily="34" charset="-122"/>
              </a:endParaRPr>
            </a:p>
            <a:p>
              <a:pPr algn="ctr"/>
              <a:r>
                <a:rPr lang="en-US" altLang="zh-CN" b="1" dirty="0">
                  <a:solidFill>
                    <a:schemeClr val="tx1"/>
                  </a:solidFill>
                  <a:latin typeface="微软雅黑" panose="020B0503020204020204" pitchFamily="34" charset="-122"/>
                  <a:ea typeface="微软雅黑" panose="020B0503020204020204" pitchFamily="34" charset="-122"/>
                </a:rPr>
                <a:t>alphaapi001002</a:t>
              </a:r>
              <a:endParaRPr lang="en-US" altLang="zh-CN" b="1" dirty="0">
                <a:solidFill>
                  <a:schemeClr val="tx1"/>
                </a:solidFill>
                <a:latin typeface="微软雅黑" panose="020B0503020204020204" pitchFamily="34" charset="-122"/>
                <a:ea typeface="微软雅黑" panose="020B0503020204020204" pitchFamily="34" charset="-122"/>
              </a:endParaRPr>
            </a:p>
          </p:txBody>
        </p:sp>
      </p:grpSp>
      <p:grpSp>
        <p:nvGrpSpPr>
          <p:cNvPr id="31" name="Group 25"/>
          <p:cNvGrpSpPr/>
          <p:nvPr/>
        </p:nvGrpSpPr>
        <p:grpSpPr>
          <a:xfrm>
            <a:off x="408940" y="1485900"/>
            <a:ext cx="4949825" cy="5172076"/>
            <a:chOff x="795687" y="1197028"/>
            <a:chExt cx="1926564" cy="1737690"/>
          </a:xfrm>
        </p:grpSpPr>
        <p:sp>
          <p:nvSpPr>
            <p:cNvPr id="32" name="Rectangle 26"/>
            <p:cNvSpPr/>
            <p:nvPr/>
          </p:nvSpPr>
          <p:spPr>
            <a:xfrm>
              <a:off x="795687" y="1571021"/>
              <a:ext cx="1926564" cy="1363697"/>
            </a:xfrm>
            <a:prstGeom prst="rect">
              <a:avLst/>
            </a:prstGeom>
          </p:spPr>
          <p:style>
            <a:lnRef idx="3">
              <a:schemeClr val="accent3"/>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功能描述：</a:t>
              </a:r>
              <a:r>
                <a:rPr lang="zh-CN" altLang="en-US" sz="1400" dirty="0">
                  <a:solidFill>
                    <a:schemeClr val="tx1"/>
                  </a:solidFill>
                  <a:latin typeface="微软雅黑" panose="020B0503020204020204" pitchFamily="34" charset="-122"/>
                  <a:ea typeface="微软雅黑" panose="020B0503020204020204" pitchFamily="34" charset="-122"/>
                </a:rPr>
                <a:t>界面初始化时，前端向后端请求</a:t>
              </a:r>
              <a:r>
                <a:rPr lang="en-US" altLang="zh-CN" sz="1400" dirty="0">
                  <a:solidFill>
                    <a:schemeClr val="tx1"/>
                  </a:solidFill>
                  <a:latin typeface="微软雅黑" panose="020B0503020204020204" pitchFamily="34" charset="-122"/>
                  <a:ea typeface="微软雅黑" panose="020B0503020204020204" pitchFamily="34" charset="-122"/>
                </a:rPr>
                <a:t> VHHH </a:t>
              </a:r>
              <a:r>
                <a:rPr lang="zh-CN" altLang="en-US" sz="1400" dirty="0">
                  <a:solidFill>
                    <a:schemeClr val="tx1"/>
                  </a:solidFill>
                  <a:latin typeface="微软雅黑" panose="020B0503020204020204" pitchFamily="34" charset="-122"/>
                  <a:ea typeface="微软雅黑" panose="020B0503020204020204" pitchFamily="34" charset="-122"/>
                </a:rPr>
                <a:t>机场指定时间段内的航班动态航迹数据。</a:t>
              </a:r>
              <a:endParaRPr lang="zh-CN" altLang="en-US" sz="14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调用者</a:t>
              </a:r>
              <a:r>
                <a:rPr lang="zh-CN" altLang="en-US" sz="1400" dirty="0">
                  <a:solidFill>
                    <a:schemeClr val="tx1"/>
                  </a:solidFill>
                  <a:latin typeface="微软雅黑" panose="020B0503020204020204" pitchFamily="34" charset="-122"/>
                  <a:ea typeface="微软雅黑" panose="020B0503020204020204" pitchFamily="34" charset="-122"/>
                </a:rPr>
                <a:t>：</a:t>
              </a:r>
              <a:r>
                <a:rPr lang="en-US" altLang="zh-CN" sz="1400" dirty="0">
                  <a:solidFill>
                    <a:schemeClr val="tx1"/>
                  </a:solidFill>
                  <a:latin typeface="微软雅黑" panose="020B0503020204020204" pitchFamily="34" charset="-122"/>
                  <a:ea typeface="微软雅黑" panose="020B0503020204020204" pitchFamily="34" charset="-122"/>
                </a:rPr>
                <a:t>A-4</a:t>
              </a:r>
              <a:r>
                <a:rPr lang="zh-CN" altLang="en-US" sz="1400" dirty="0">
                  <a:solidFill>
                    <a:schemeClr val="tx1"/>
                  </a:solidFill>
                  <a:latin typeface="微软雅黑" panose="020B0503020204020204" pitchFamily="34" charset="-122"/>
                  <a:ea typeface="微软雅黑" panose="020B0503020204020204" pitchFamily="34" charset="-122"/>
                </a:rPr>
                <a:t>前端模块</a:t>
              </a:r>
              <a:endParaRPr lang="zh-CN" altLang="en-US" sz="1400" b="1"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输入</a:t>
              </a:r>
              <a:r>
                <a:rPr lang="zh-CN" altLang="en-US" sz="1400" dirty="0">
                  <a:solidFill>
                    <a:schemeClr val="tx1"/>
                  </a:solidFill>
                  <a:latin typeface="微软雅黑" panose="020B0503020204020204" pitchFamily="34" charset="-122"/>
                  <a:ea typeface="微软雅黑" panose="020B0503020204020204" pitchFamily="34" charset="-122"/>
                </a:rPr>
                <a:t>：查询参数：目标机场代码（</a:t>
              </a:r>
              <a:r>
                <a:rPr lang="en-US" altLang="zh-CN" sz="1400" dirty="0">
                  <a:solidFill>
                    <a:schemeClr val="tx1"/>
                  </a:solidFill>
                  <a:latin typeface="微软雅黑" panose="020B0503020204020204" pitchFamily="34" charset="-122"/>
                  <a:ea typeface="微软雅黑" panose="020B0503020204020204" pitchFamily="34" charset="-122"/>
                </a:rPr>
                <a:t>VHHH</a:t>
              </a:r>
              <a:r>
                <a:rPr lang="zh-CN" altLang="en-US" sz="1400" dirty="0">
                  <a:solidFill>
                    <a:schemeClr val="tx1"/>
                  </a:solidFill>
                  <a:latin typeface="微软雅黑" panose="020B0503020204020204" pitchFamily="34" charset="-122"/>
                  <a:ea typeface="微软雅黑" panose="020B0503020204020204" pitchFamily="34" charset="-122"/>
                </a:rPr>
                <a:t>）、起始时间戳、结束时间戳。</a:t>
              </a:r>
              <a:endParaRPr lang="zh-CN" altLang="en-US" sz="14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输出</a:t>
              </a:r>
              <a:r>
                <a:rPr lang="zh-CN" altLang="en-US" sz="1400" dirty="0">
                  <a:solidFill>
                    <a:schemeClr val="tx1"/>
                  </a:solidFill>
                  <a:latin typeface="微软雅黑" panose="020B0503020204020204" pitchFamily="34" charset="-122"/>
                  <a:ea typeface="微软雅黑" panose="020B0503020204020204" pitchFamily="34" charset="-122"/>
                </a:rPr>
                <a:t>：</a:t>
              </a:r>
              <a:r>
                <a:rPr lang="en-US" altLang="zh-CN" sz="1400" dirty="0">
                  <a:solidFill>
                    <a:schemeClr val="tx1"/>
                  </a:solidFill>
                  <a:latin typeface="微软雅黑" panose="020B0503020204020204" pitchFamily="34" charset="-122"/>
                  <a:ea typeface="微软雅黑" panose="020B0503020204020204" pitchFamily="34" charset="-122"/>
                </a:rPr>
                <a:t>JSON </a:t>
              </a:r>
              <a:r>
                <a:rPr lang="zh-CN" altLang="en-US" sz="1400" dirty="0">
                  <a:solidFill>
                    <a:schemeClr val="tx1"/>
                  </a:solidFill>
                  <a:latin typeface="微软雅黑" panose="020B0503020204020204" pitchFamily="34" charset="-122"/>
                  <a:ea typeface="微软雅黑" panose="020B0503020204020204" pitchFamily="34" charset="-122"/>
                </a:rPr>
                <a:t>格式的结构化航班航迹点位数组。</a:t>
              </a:r>
              <a:endParaRPr lang="zh-CN" altLang="en-US" sz="1400" dirty="0">
                <a:solidFill>
                  <a:schemeClr val="tx1"/>
                </a:solidFill>
                <a:latin typeface="微软雅黑" panose="020B0503020204020204" pitchFamily="34" charset="-122"/>
                <a:ea typeface="微软雅黑" panose="020B0503020204020204" pitchFamily="34" charset="-122"/>
              </a:endParaRPr>
            </a:p>
          </p:txBody>
        </p:sp>
        <p:sp>
          <p:nvSpPr>
            <p:cNvPr id="33" name="Rectangle 27"/>
            <p:cNvSpPr/>
            <p:nvPr/>
          </p:nvSpPr>
          <p:spPr>
            <a:xfrm>
              <a:off x="805616" y="1197028"/>
              <a:ext cx="1916635" cy="297380"/>
            </a:xfrm>
            <a:prstGeom prst="rect">
              <a:avLst/>
            </a:prstGeom>
          </p:spPr>
          <p:style>
            <a:lnRef idx="3">
              <a:schemeClr val="accent3"/>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chemeClr val="tx1"/>
                  </a:solidFill>
                  <a:latin typeface="微软雅黑" panose="020B0503020204020204" pitchFamily="34" charset="-122"/>
                  <a:ea typeface="微软雅黑" panose="020B0503020204020204" pitchFamily="34" charset="-122"/>
                </a:rPr>
                <a:t>ADSB</a:t>
              </a:r>
              <a:r>
                <a:rPr lang="zh-CN" altLang="en-US" b="1" dirty="0">
                  <a:solidFill>
                    <a:schemeClr val="tx1"/>
                  </a:solidFill>
                  <a:latin typeface="微软雅黑" panose="020B0503020204020204" pitchFamily="34" charset="-122"/>
                  <a:ea typeface="微软雅黑" panose="020B0503020204020204" pitchFamily="34" charset="-122"/>
                </a:rPr>
                <a:t>时标航迹获取接口</a:t>
              </a:r>
              <a:endParaRPr lang="zh-CN" altLang="en-US" b="1" dirty="0">
                <a:solidFill>
                  <a:schemeClr val="tx1"/>
                </a:solidFill>
                <a:latin typeface="微软雅黑" panose="020B0503020204020204" pitchFamily="34" charset="-122"/>
                <a:ea typeface="微软雅黑" panose="020B0503020204020204" pitchFamily="34" charset="-122"/>
              </a:endParaRPr>
            </a:p>
            <a:p>
              <a:pPr algn="ctr"/>
              <a:r>
                <a:rPr lang="en-US" altLang="zh-CN" b="1" dirty="0">
                  <a:solidFill>
                    <a:schemeClr val="tx1"/>
                  </a:solidFill>
                  <a:latin typeface="微软雅黑" panose="020B0503020204020204" pitchFamily="34" charset="-122"/>
                  <a:ea typeface="微软雅黑" panose="020B0503020204020204" pitchFamily="34" charset="-122"/>
                </a:rPr>
                <a:t>alphaapi001001</a:t>
              </a:r>
              <a:endParaRPr lang="en-US" altLang="zh-CN" b="1" dirty="0">
                <a:solidFill>
                  <a:schemeClr val="tx1"/>
                </a:solidFill>
                <a:latin typeface="微软雅黑" panose="020B0503020204020204" pitchFamily="34" charset="-122"/>
                <a:ea typeface="微软雅黑" panose="020B0503020204020204" pitchFamily="34" charset="-122"/>
              </a:endParaRPr>
            </a:p>
          </p:txBody>
        </p:sp>
      </p:gr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TextBox 11"/>
          <p:cNvSpPr txBox="1"/>
          <p:nvPr/>
        </p:nvSpPr>
        <p:spPr>
          <a:xfrm>
            <a:off x="335447" y="152331"/>
            <a:ext cx="8858484" cy="583565"/>
          </a:xfrm>
          <a:prstGeom prst="rect">
            <a:avLst/>
          </a:prstGeom>
          <a:noFill/>
        </p:spPr>
        <p:txBody>
          <a:bodyPr wrap="square" lIns="121944" tIns="60972" rIns="121944" bIns="60972" rtlCol="0">
            <a:spAutoFit/>
          </a:bodyPr>
          <a:lstStyle/>
          <a:p>
            <a:r>
              <a:rPr lang="zh-CN" altLang="en-US" sz="3000" dirty="0">
                <a:solidFill>
                  <a:schemeClr val="bg1"/>
                </a:solidFill>
                <a:latin typeface="微软雅黑" panose="020B0503020204020204" pitchFamily="34" charset="-122"/>
                <a:ea typeface="微软雅黑" panose="020B0503020204020204" pitchFamily="34" charset="-122"/>
              </a:rPr>
              <a:t>多媒体与文本接口</a:t>
            </a:r>
            <a:endParaRPr lang="zh-CN" altLang="en-US" sz="3000" dirty="0">
              <a:solidFill>
                <a:schemeClr val="bg1"/>
              </a:solidFill>
              <a:latin typeface="微软雅黑" panose="020B0503020204020204" pitchFamily="34" charset="-122"/>
              <a:ea typeface="微软雅黑" panose="020B0503020204020204" pitchFamily="34" charset="-122"/>
            </a:endParaRPr>
          </a:p>
        </p:txBody>
      </p:sp>
      <p:sp>
        <p:nvSpPr>
          <p:cNvPr id="21" name="Rectangle 4"/>
          <p:cNvSpPr/>
          <p:nvPr/>
        </p:nvSpPr>
        <p:spPr>
          <a:xfrm>
            <a:off x="199390" y="1341755"/>
            <a:ext cx="12005945" cy="5478145"/>
          </a:xfrm>
          <a:prstGeom prst="rect">
            <a:avLst/>
          </a:prstGeom>
          <a:solidFill>
            <a:srgbClr val="8B0000">
              <a:alpha val="5000"/>
            </a:srgbClr>
          </a:solidFill>
          <a:ln cap="flat" cmpd="sng">
            <a:solidFill>
              <a:srgbClr val="720000">
                <a:alpha val="5000"/>
              </a:srgbClr>
            </a:solidFill>
            <a:prstDash val="solid"/>
            <a:round/>
          </a:ln>
        </p:spPr>
        <p:txBody>
          <a:bodyPr vert="horz" wrap="square" lIns="63500" tIns="63500" rIns="63500" bIns="635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dirty="0">
              <a:solidFill>
                <a:schemeClr val="tx1"/>
              </a:solidFill>
              <a:latin typeface="Calibri" panose="020F0502020204030204" pitchFamily="34" charset="0"/>
              <a:ea typeface="宋体" panose="02010600030101010101" pitchFamily="2" charset="-122"/>
            </a:endParaRPr>
          </a:p>
        </p:txBody>
      </p:sp>
      <p:grpSp>
        <p:nvGrpSpPr>
          <p:cNvPr id="23" name="Group 11"/>
          <p:cNvGrpSpPr/>
          <p:nvPr/>
        </p:nvGrpSpPr>
        <p:grpSpPr>
          <a:xfrm>
            <a:off x="5882005" y="1485265"/>
            <a:ext cx="5628640" cy="5172710"/>
            <a:chOff x="783563" y="1249478"/>
            <a:chExt cx="1841127" cy="1717665"/>
          </a:xfrm>
        </p:grpSpPr>
        <p:sp>
          <p:nvSpPr>
            <p:cNvPr id="36" name="Rectangle 12"/>
            <p:cNvSpPr/>
            <p:nvPr/>
          </p:nvSpPr>
          <p:spPr>
            <a:xfrm>
              <a:off x="783563" y="1619115"/>
              <a:ext cx="1841127" cy="1348028"/>
            </a:xfrm>
            <a:prstGeom prst="rect">
              <a:avLst/>
            </a:prstGeom>
          </p:spPr>
          <p:style>
            <a:lnRef idx="3">
              <a:schemeClr val="accent1"/>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0">
                <a:lnSpc>
                  <a:spcPct val="150000"/>
                </a:lnSpc>
                <a:buFont typeface="Arial" panose="020B0604020202020204" pitchFamily="34" charset="0"/>
                <a:buNone/>
              </a:pPr>
              <a:r>
                <a:rPr lang="zh-CN" altLang="en-US" sz="1400" b="1" dirty="0">
                  <a:solidFill>
                    <a:schemeClr val="tx1"/>
                  </a:solidFill>
                  <a:latin typeface="微软雅黑" panose="020B0503020204020204" pitchFamily="34" charset="-122"/>
                  <a:ea typeface="微软雅黑" panose="020B0503020204020204" pitchFamily="34" charset="-122"/>
                </a:rPr>
                <a:t>功能描述：</a:t>
              </a:r>
              <a:r>
                <a:rPr lang="zh-CN" altLang="en-US" sz="1400" dirty="0">
                  <a:solidFill>
                    <a:schemeClr val="tx1"/>
                  </a:solidFill>
                  <a:latin typeface="微软雅黑" panose="020B0503020204020204" pitchFamily="34" charset="-122"/>
                  <a:ea typeface="微软雅黑" panose="020B0503020204020204" pitchFamily="34" charset="-122"/>
                </a:rPr>
                <a:t>前端在加载对应录音音频时，拉取由</a:t>
              </a:r>
              <a:r>
                <a:rPr lang="en-US" altLang="zh-CN" sz="1400" dirty="0">
                  <a:solidFill>
                    <a:schemeClr val="tx1"/>
                  </a:solidFill>
                  <a:latin typeface="微软雅黑" panose="020B0503020204020204" pitchFamily="34" charset="-122"/>
                  <a:ea typeface="微软雅黑" panose="020B0503020204020204" pitchFamily="34" charset="-122"/>
                </a:rPr>
                <a:t> A-3 </a:t>
              </a:r>
              <a:r>
                <a:rPr lang="zh-CN" altLang="en-US" sz="1400" dirty="0">
                  <a:solidFill>
                    <a:schemeClr val="tx1"/>
                  </a:solidFill>
                  <a:latin typeface="微软雅黑" panose="020B0503020204020204" pitchFamily="34" charset="-122"/>
                  <a:ea typeface="微软雅黑" panose="020B0503020204020204" pitchFamily="34" charset="-122"/>
                </a:rPr>
                <a:t>模块自动预处理生成的语音识别初始文本与机器切分的时间戳基线数据</a:t>
              </a:r>
              <a:endParaRPr lang="zh-CN" altLang="en-US" sz="1400" b="1"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zh-CN" altLang="en-US" sz="1400" b="1" dirty="0">
                  <a:solidFill>
                    <a:schemeClr val="tx1"/>
                  </a:solidFill>
                  <a:latin typeface="微软雅黑" panose="020B0503020204020204" pitchFamily="34" charset="-122"/>
                  <a:ea typeface="微软雅黑" panose="020B0503020204020204" pitchFamily="34" charset="-122"/>
                </a:rPr>
                <a:t>调用者：</a:t>
              </a:r>
              <a:r>
                <a:rPr lang="en-US" altLang="zh-CN" sz="1400" dirty="0">
                  <a:solidFill>
                    <a:schemeClr val="tx1"/>
                  </a:solidFill>
                  <a:latin typeface="微软雅黑" panose="020B0503020204020204" pitchFamily="34" charset="-122"/>
                  <a:ea typeface="微软雅黑" panose="020B0503020204020204" pitchFamily="34" charset="-122"/>
                </a:rPr>
                <a:t>A-4</a:t>
              </a:r>
              <a:r>
                <a:rPr lang="zh-CN" altLang="en-US" sz="1400" dirty="0">
                  <a:solidFill>
                    <a:schemeClr val="tx1"/>
                  </a:solidFill>
                  <a:latin typeface="微软雅黑" panose="020B0503020204020204" pitchFamily="34" charset="-122"/>
                  <a:ea typeface="微软雅黑" panose="020B0503020204020204" pitchFamily="34" charset="-122"/>
                </a:rPr>
                <a:t>前端模块（标注校对工作台组件）</a:t>
              </a:r>
              <a:endParaRPr lang="zh-CN" altLang="en-US" sz="14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zh-CN" altLang="en-US" sz="1400" b="1" dirty="0">
                  <a:solidFill>
                    <a:schemeClr val="tx1"/>
                  </a:solidFill>
                  <a:latin typeface="微软雅黑" panose="020B0503020204020204" pitchFamily="34" charset="-122"/>
                  <a:ea typeface="微软雅黑" panose="020B0503020204020204" pitchFamily="34" charset="-122"/>
                </a:rPr>
                <a:t>输入</a:t>
              </a:r>
              <a:r>
                <a:rPr lang="zh-CN" altLang="en-US" sz="1400" dirty="0">
                  <a:solidFill>
                    <a:schemeClr val="tx1"/>
                  </a:solidFill>
                  <a:latin typeface="微软雅黑" panose="020B0503020204020204" pitchFamily="34" charset="-122"/>
                  <a:ea typeface="微软雅黑" panose="020B0503020204020204" pitchFamily="34" charset="-122"/>
                </a:rPr>
                <a:t>：当前处理的音频任务唯一业务标识号（</a:t>
              </a:r>
              <a:r>
                <a:rPr lang="en-US" altLang="zh-CN" sz="1400" dirty="0">
                  <a:solidFill>
                    <a:schemeClr val="tx1"/>
                  </a:solidFill>
                  <a:latin typeface="微软雅黑" panose="020B0503020204020204" pitchFamily="34" charset="-122"/>
                  <a:ea typeface="微软雅黑" panose="020B0503020204020204" pitchFamily="34" charset="-122"/>
                </a:rPr>
                <a:t>Audio ID</a:t>
              </a:r>
              <a:r>
                <a:rPr lang="zh-CN" altLang="en-US" sz="1400" dirty="0">
                  <a:solidFill>
                    <a:schemeClr val="tx1"/>
                  </a:solidFill>
                  <a:latin typeface="微软雅黑" panose="020B0503020204020204" pitchFamily="34" charset="-122"/>
                  <a:ea typeface="微软雅黑" panose="020B0503020204020204" pitchFamily="34" charset="-122"/>
                </a:rPr>
                <a:t>）</a:t>
              </a:r>
              <a:endParaRPr lang="zh-CN" altLang="en-US" sz="1400"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zh-CN" altLang="en-US" sz="1400" b="1" dirty="0">
                  <a:solidFill>
                    <a:schemeClr val="tx1"/>
                  </a:solidFill>
                  <a:latin typeface="微软雅黑" panose="020B0503020204020204" pitchFamily="34" charset="-122"/>
                  <a:ea typeface="微软雅黑" panose="020B0503020204020204" pitchFamily="34" charset="-122"/>
                </a:rPr>
                <a:t>输出</a:t>
              </a:r>
              <a:r>
                <a:rPr lang="zh-CN" altLang="en-US" sz="1400" dirty="0">
                  <a:solidFill>
                    <a:schemeClr val="tx1"/>
                  </a:solidFill>
                  <a:latin typeface="微软雅黑" panose="020B0503020204020204" pitchFamily="34" charset="-122"/>
                  <a:ea typeface="微软雅黑" panose="020B0503020204020204" pitchFamily="34" charset="-122"/>
                </a:rPr>
                <a:t>：包含分段起止时间（毫秒级）和对应机器识别文本字符串的</a:t>
              </a:r>
              <a:r>
                <a:rPr lang="en-US" altLang="zh-CN" sz="1400" dirty="0">
                  <a:solidFill>
                    <a:schemeClr val="tx1"/>
                  </a:solidFill>
                  <a:latin typeface="微软雅黑" panose="020B0503020204020204" pitchFamily="34" charset="-122"/>
                  <a:ea typeface="微软雅黑" panose="020B0503020204020204" pitchFamily="34" charset="-122"/>
                </a:rPr>
                <a:t> JSON </a:t>
              </a:r>
              <a:r>
                <a:rPr lang="zh-CN" altLang="en-US" sz="1400" dirty="0">
                  <a:solidFill>
                    <a:schemeClr val="tx1"/>
                  </a:solidFill>
                  <a:latin typeface="微软雅黑" panose="020B0503020204020204" pitchFamily="34" charset="-122"/>
                  <a:ea typeface="微软雅黑" panose="020B0503020204020204" pitchFamily="34" charset="-122"/>
                </a:rPr>
                <a:t>数组结构</a:t>
              </a:r>
              <a:endParaRPr lang="zh-CN" altLang="en-US" sz="1400" dirty="0">
                <a:solidFill>
                  <a:schemeClr val="tx1"/>
                </a:solidFill>
                <a:latin typeface="微软雅黑" panose="020B0503020204020204" pitchFamily="34" charset="-122"/>
                <a:ea typeface="微软雅黑" panose="020B0503020204020204" pitchFamily="34" charset="-122"/>
              </a:endParaRPr>
            </a:p>
          </p:txBody>
        </p:sp>
        <p:sp>
          <p:nvSpPr>
            <p:cNvPr id="37" name="Rectangle 13"/>
            <p:cNvSpPr/>
            <p:nvPr/>
          </p:nvSpPr>
          <p:spPr>
            <a:xfrm>
              <a:off x="783563" y="1249478"/>
              <a:ext cx="1841127" cy="293556"/>
            </a:xfrm>
            <a:prstGeom prst="rect">
              <a:avLst/>
            </a:prstGeom>
          </p:spPr>
          <p:style>
            <a:lnRef idx="3">
              <a:schemeClr val="accent1"/>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chemeClr val="tx1"/>
                  </a:solidFill>
                  <a:latin typeface="微软雅黑" panose="020B0503020204020204" pitchFamily="34" charset="-122"/>
                  <a:ea typeface="微软雅黑" panose="020B0503020204020204" pitchFamily="34" charset="-122"/>
                </a:rPr>
                <a:t>ASR</a:t>
              </a:r>
              <a:r>
                <a:rPr lang="zh-CN" altLang="en-US" b="1" dirty="0">
                  <a:solidFill>
                    <a:schemeClr val="tx1"/>
                  </a:solidFill>
                  <a:latin typeface="微软雅黑" panose="020B0503020204020204" pitchFamily="34" charset="-122"/>
                  <a:ea typeface="微软雅黑" panose="020B0503020204020204" pitchFamily="34" charset="-122"/>
                </a:rPr>
                <a:t>预处理结果获取接口</a:t>
              </a:r>
              <a:endParaRPr lang="zh-CN" altLang="en-US" b="1" dirty="0">
                <a:solidFill>
                  <a:schemeClr val="tx1"/>
                </a:solidFill>
                <a:latin typeface="微软雅黑" panose="020B0503020204020204" pitchFamily="34" charset="-122"/>
                <a:ea typeface="微软雅黑" panose="020B0503020204020204" pitchFamily="34" charset="-122"/>
              </a:endParaRPr>
            </a:p>
            <a:p>
              <a:pPr algn="ctr"/>
              <a:r>
                <a:rPr lang="en-US" altLang="zh-CN" b="1" dirty="0">
                  <a:solidFill>
                    <a:schemeClr val="tx1"/>
                  </a:solidFill>
                  <a:latin typeface="微软雅黑" panose="020B0503020204020204" pitchFamily="34" charset="-122"/>
                  <a:ea typeface="微软雅黑" panose="020B0503020204020204" pitchFamily="34" charset="-122"/>
                </a:rPr>
                <a:t>alphaapi002002</a:t>
              </a:r>
              <a:endParaRPr lang="en-US" altLang="zh-CN" b="1" dirty="0">
                <a:solidFill>
                  <a:schemeClr val="tx1"/>
                </a:solidFill>
                <a:latin typeface="微软雅黑" panose="020B0503020204020204" pitchFamily="34" charset="-122"/>
                <a:ea typeface="微软雅黑" panose="020B0503020204020204" pitchFamily="34" charset="-122"/>
              </a:endParaRPr>
            </a:p>
          </p:txBody>
        </p:sp>
      </p:grpSp>
      <p:grpSp>
        <p:nvGrpSpPr>
          <p:cNvPr id="31" name="Group 25"/>
          <p:cNvGrpSpPr/>
          <p:nvPr/>
        </p:nvGrpSpPr>
        <p:grpSpPr>
          <a:xfrm>
            <a:off x="408940" y="1485900"/>
            <a:ext cx="4949825" cy="5172076"/>
            <a:chOff x="795687" y="1197028"/>
            <a:chExt cx="1926564" cy="1737690"/>
          </a:xfrm>
        </p:grpSpPr>
        <p:sp>
          <p:nvSpPr>
            <p:cNvPr id="32" name="Rectangle 26"/>
            <p:cNvSpPr/>
            <p:nvPr/>
          </p:nvSpPr>
          <p:spPr>
            <a:xfrm>
              <a:off x="795687" y="1571021"/>
              <a:ext cx="1926564" cy="1363697"/>
            </a:xfrm>
            <a:prstGeom prst="rect">
              <a:avLst/>
            </a:prstGeom>
          </p:spPr>
          <p:style>
            <a:lnRef idx="3">
              <a:schemeClr val="accent5"/>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功能描述：</a:t>
              </a:r>
              <a:r>
                <a:rPr lang="zh-CN" altLang="en-US" sz="1400" dirty="0">
                  <a:solidFill>
                    <a:schemeClr val="tx1"/>
                  </a:solidFill>
                  <a:latin typeface="微软雅黑" panose="020B0503020204020204" pitchFamily="34" charset="-122"/>
                  <a:ea typeface="微软雅黑" panose="020B0503020204020204" pitchFamily="34" charset="-122"/>
                </a:rPr>
                <a:t>前端通过该接口拉取用于播放和渲染波形的无线电录音流。</a:t>
              </a:r>
              <a:endParaRPr lang="zh-CN" altLang="en-US" sz="14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调用者</a:t>
              </a:r>
              <a:r>
                <a:rPr lang="zh-CN" altLang="en-US" sz="1400" dirty="0">
                  <a:solidFill>
                    <a:schemeClr val="tx1"/>
                  </a:solidFill>
                  <a:latin typeface="微软雅黑" panose="020B0503020204020204" pitchFamily="34" charset="-122"/>
                  <a:ea typeface="微软雅黑" panose="020B0503020204020204" pitchFamily="34" charset="-122"/>
                </a:rPr>
                <a:t>：</a:t>
              </a:r>
              <a:r>
                <a:rPr lang="en-US" altLang="zh-CN" sz="1400" dirty="0">
                  <a:solidFill>
                    <a:schemeClr val="tx1"/>
                  </a:solidFill>
                  <a:latin typeface="微软雅黑" panose="020B0503020204020204" pitchFamily="34" charset="-122"/>
                  <a:ea typeface="微软雅黑" panose="020B0503020204020204" pitchFamily="34" charset="-122"/>
                </a:rPr>
                <a:t>A-4</a:t>
              </a:r>
              <a:r>
                <a:rPr lang="zh-CN" altLang="en-US" sz="1400" dirty="0">
                  <a:solidFill>
                    <a:schemeClr val="tx1"/>
                  </a:solidFill>
                  <a:latin typeface="微软雅黑" panose="020B0503020204020204" pitchFamily="34" charset="-122"/>
                  <a:ea typeface="微软雅黑" panose="020B0503020204020204" pitchFamily="34" charset="-122"/>
                </a:rPr>
                <a:t>前端模块</a:t>
              </a:r>
              <a:endParaRPr lang="zh-CN" altLang="en-US" sz="1400" b="1"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输入</a:t>
              </a:r>
              <a:r>
                <a:rPr lang="zh-CN" altLang="en-US" sz="1400" dirty="0">
                  <a:solidFill>
                    <a:schemeClr val="tx1"/>
                  </a:solidFill>
                  <a:latin typeface="微软雅黑" panose="020B0503020204020204" pitchFamily="34" charset="-122"/>
                  <a:ea typeface="微软雅黑" panose="020B0503020204020204" pitchFamily="34" charset="-122"/>
                </a:rPr>
                <a:t>：音频任务唯一标识号（</a:t>
              </a:r>
              <a:r>
                <a:rPr lang="en-US" altLang="zh-CN" sz="1400" dirty="0">
                  <a:solidFill>
                    <a:schemeClr val="tx1"/>
                  </a:solidFill>
                  <a:latin typeface="微软雅黑" panose="020B0503020204020204" pitchFamily="34" charset="-122"/>
                  <a:ea typeface="微软雅黑" panose="020B0503020204020204" pitchFamily="34" charset="-122"/>
                </a:rPr>
                <a:t>Audio ID</a:t>
              </a:r>
              <a:r>
                <a:rPr lang="zh-CN" altLang="en-US" sz="1400" dirty="0">
                  <a:solidFill>
                    <a:schemeClr val="tx1"/>
                  </a:solidFill>
                  <a:latin typeface="微软雅黑" panose="020B0503020204020204" pitchFamily="34" charset="-122"/>
                  <a:ea typeface="微软雅黑" panose="020B0503020204020204" pitchFamily="34" charset="-122"/>
                </a:rPr>
                <a:t>）。</a:t>
              </a:r>
              <a:endParaRPr lang="zh-CN" altLang="en-US" sz="1400" b="1"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输出</a:t>
              </a:r>
              <a:r>
                <a:rPr lang="zh-CN" altLang="en-US" sz="1400" dirty="0">
                  <a:solidFill>
                    <a:schemeClr val="tx1"/>
                  </a:solidFill>
                  <a:latin typeface="微软雅黑" panose="020B0503020204020204" pitchFamily="34" charset="-122"/>
                  <a:ea typeface="微软雅黑" panose="020B0503020204020204" pitchFamily="34" charset="-122"/>
                </a:rPr>
                <a:t>：</a:t>
              </a:r>
              <a:r>
                <a:rPr lang="en-US" altLang="zh-CN" sz="1400" dirty="0">
                  <a:solidFill>
                    <a:schemeClr val="tx1"/>
                  </a:solidFill>
                  <a:latin typeface="微软雅黑" panose="020B0503020204020204" pitchFamily="34" charset="-122"/>
                  <a:ea typeface="微软雅黑" panose="020B0503020204020204" pitchFamily="34" charset="-122"/>
                </a:rPr>
                <a:t>MP3 </a:t>
              </a:r>
              <a:r>
                <a:rPr lang="zh-CN" altLang="en-US" sz="1400" dirty="0">
                  <a:solidFill>
                    <a:schemeClr val="tx1"/>
                  </a:solidFill>
                  <a:latin typeface="微软雅黑" panose="020B0503020204020204" pitchFamily="34" charset="-122"/>
                  <a:ea typeface="微软雅黑" panose="020B0503020204020204" pitchFamily="34" charset="-122"/>
                </a:rPr>
                <a:t>或</a:t>
              </a:r>
              <a:r>
                <a:rPr lang="en-US" altLang="zh-CN" sz="1400" dirty="0">
                  <a:solidFill>
                    <a:schemeClr val="tx1"/>
                  </a:solidFill>
                  <a:latin typeface="微软雅黑" panose="020B0503020204020204" pitchFamily="34" charset="-122"/>
                  <a:ea typeface="微软雅黑" panose="020B0503020204020204" pitchFamily="34" charset="-122"/>
                </a:rPr>
                <a:t> WAV </a:t>
              </a:r>
              <a:r>
                <a:rPr lang="zh-CN" altLang="en-US" sz="1400" dirty="0">
                  <a:solidFill>
                    <a:schemeClr val="tx1"/>
                  </a:solidFill>
                  <a:latin typeface="微软雅黑" panose="020B0503020204020204" pitchFamily="34" charset="-122"/>
                  <a:ea typeface="微软雅黑" panose="020B0503020204020204" pitchFamily="34" charset="-122"/>
                </a:rPr>
                <a:t>格式的音频二进制流。</a:t>
              </a:r>
              <a:endParaRPr lang="zh-CN" altLang="en-US" sz="1400" dirty="0">
                <a:solidFill>
                  <a:schemeClr val="tx1"/>
                </a:solidFill>
                <a:latin typeface="微软雅黑" panose="020B0503020204020204" pitchFamily="34" charset="-122"/>
                <a:ea typeface="微软雅黑" panose="020B0503020204020204" pitchFamily="34" charset="-122"/>
              </a:endParaRPr>
            </a:p>
          </p:txBody>
        </p:sp>
        <p:sp>
          <p:nvSpPr>
            <p:cNvPr id="33" name="Rectangle 27"/>
            <p:cNvSpPr/>
            <p:nvPr/>
          </p:nvSpPr>
          <p:spPr>
            <a:xfrm>
              <a:off x="805616" y="1197028"/>
              <a:ext cx="1916635" cy="297380"/>
            </a:xfrm>
            <a:prstGeom prst="rect">
              <a:avLst/>
            </a:prstGeom>
          </p:spPr>
          <p:style>
            <a:lnRef idx="3">
              <a:schemeClr val="accent5"/>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chemeClr val="tx1"/>
                  </a:solidFill>
                  <a:latin typeface="微软雅黑" panose="020B0503020204020204" pitchFamily="34" charset="-122"/>
                  <a:ea typeface="微软雅黑" panose="020B0503020204020204" pitchFamily="34" charset="-122"/>
                </a:rPr>
                <a:t>ATC</a:t>
              </a:r>
              <a:r>
                <a:rPr lang="zh-CN" altLang="en-US" b="1" dirty="0">
                  <a:solidFill>
                    <a:schemeClr val="tx1"/>
                  </a:solidFill>
                  <a:latin typeface="微软雅黑" panose="020B0503020204020204" pitchFamily="34" charset="-122"/>
                  <a:ea typeface="微软雅黑" panose="020B0503020204020204" pitchFamily="34" charset="-122"/>
                </a:rPr>
                <a:t>音频流加载接口</a:t>
              </a:r>
              <a:endParaRPr lang="zh-CN" altLang="en-US" b="1" dirty="0">
                <a:solidFill>
                  <a:schemeClr val="tx1"/>
                </a:solidFill>
                <a:latin typeface="微软雅黑" panose="020B0503020204020204" pitchFamily="34" charset="-122"/>
                <a:ea typeface="微软雅黑" panose="020B0503020204020204" pitchFamily="34" charset="-122"/>
              </a:endParaRPr>
            </a:p>
            <a:p>
              <a:pPr algn="ctr"/>
              <a:r>
                <a:rPr lang="en-US" altLang="zh-CN" b="1" dirty="0">
                  <a:solidFill>
                    <a:schemeClr val="tx1"/>
                  </a:solidFill>
                  <a:latin typeface="微软雅黑" panose="020B0503020204020204" pitchFamily="34" charset="-122"/>
                  <a:ea typeface="微软雅黑" panose="020B0503020204020204" pitchFamily="34" charset="-122"/>
                </a:rPr>
                <a:t>alphaapi002001</a:t>
              </a:r>
              <a:endParaRPr lang="en-US" altLang="zh-CN" b="1" dirty="0">
                <a:solidFill>
                  <a:schemeClr val="tx1"/>
                </a:solidFill>
                <a:latin typeface="微软雅黑" panose="020B0503020204020204" pitchFamily="34" charset="-122"/>
                <a:ea typeface="微软雅黑" panose="020B0503020204020204" pitchFamily="34" charset="-122"/>
              </a:endParaRPr>
            </a:p>
          </p:txBody>
        </p:sp>
      </p:gr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TextBox 11"/>
          <p:cNvSpPr txBox="1"/>
          <p:nvPr/>
        </p:nvSpPr>
        <p:spPr>
          <a:xfrm>
            <a:off x="335447" y="152331"/>
            <a:ext cx="8858484" cy="583565"/>
          </a:xfrm>
          <a:prstGeom prst="rect">
            <a:avLst/>
          </a:prstGeom>
          <a:noFill/>
        </p:spPr>
        <p:txBody>
          <a:bodyPr wrap="square" lIns="121944" tIns="60972" rIns="121944" bIns="60972" rtlCol="0">
            <a:spAutoFit/>
          </a:bodyPr>
          <a:lstStyle/>
          <a:p>
            <a:r>
              <a:rPr lang="zh-CN" altLang="en-US" sz="3000" dirty="0">
                <a:solidFill>
                  <a:schemeClr val="bg1"/>
                </a:solidFill>
                <a:latin typeface="微软雅黑" panose="020B0503020204020204" pitchFamily="34" charset="-122"/>
                <a:ea typeface="微软雅黑" panose="020B0503020204020204" pitchFamily="34" charset="-122"/>
              </a:rPr>
              <a:t>数据回写交互接口</a:t>
            </a:r>
            <a:endParaRPr lang="zh-CN" altLang="en-US" sz="3000" dirty="0">
              <a:solidFill>
                <a:schemeClr val="bg1"/>
              </a:solidFill>
              <a:latin typeface="微软雅黑" panose="020B0503020204020204" pitchFamily="34" charset="-122"/>
              <a:ea typeface="微软雅黑" panose="020B0503020204020204" pitchFamily="34" charset="-122"/>
            </a:endParaRPr>
          </a:p>
        </p:txBody>
      </p:sp>
      <p:sp>
        <p:nvSpPr>
          <p:cNvPr id="21" name="Rectangle 4"/>
          <p:cNvSpPr/>
          <p:nvPr/>
        </p:nvSpPr>
        <p:spPr>
          <a:xfrm>
            <a:off x="189230" y="944880"/>
            <a:ext cx="12005945" cy="5875020"/>
          </a:xfrm>
          <a:prstGeom prst="rect">
            <a:avLst/>
          </a:prstGeom>
          <a:solidFill>
            <a:srgbClr val="8B0000">
              <a:alpha val="5000"/>
            </a:srgbClr>
          </a:solidFill>
          <a:ln cap="flat" cmpd="sng">
            <a:solidFill>
              <a:srgbClr val="720000">
                <a:alpha val="5000"/>
              </a:srgbClr>
            </a:solidFill>
            <a:prstDash val="solid"/>
            <a:round/>
          </a:ln>
        </p:spPr>
        <p:txBody>
          <a:bodyPr vert="horz" wrap="square" lIns="63500" tIns="63500" rIns="63500" bIns="635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dirty="0">
              <a:solidFill>
                <a:schemeClr val="tx1"/>
              </a:solidFill>
              <a:latin typeface="Calibri" panose="020F0502020204030204" pitchFamily="34" charset="0"/>
              <a:ea typeface="宋体" panose="02010600030101010101" pitchFamily="2" charset="-122"/>
            </a:endParaRPr>
          </a:p>
        </p:txBody>
      </p:sp>
      <p:grpSp>
        <p:nvGrpSpPr>
          <p:cNvPr id="31" name="Group 25"/>
          <p:cNvGrpSpPr/>
          <p:nvPr/>
        </p:nvGrpSpPr>
        <p:grpSpPr>
          <a:xfrm>
            <a:off x="1075690" y="1341120"/>
            <a:ext cx="10342245" cy="5172075"/>
            <a:chOff x="795687" y="1197028"/>
            <a:chExt cx="1926564" cy="1737690"/>
          </a:xfrm>
        </p:grpSpPr>
        <p:sp>
          <p:nvSpPr>
            <p:cNvPr id="32" name="Rectangle 26"/>
            <p:cNvSpPr/>
            <p:nvPr/>
          </p:nvSpPr>
          <p:spPr>
            <a:xfrm>
              <a:off x="795687" y="1571021"/>
              <a:ext cx="1926564" cy="1363697"/>
            </a:xfrm>
            <a:prstGeom prst="rect">
              <a:avLst/>
            </a:prstGeom>
          </p:spPr>
          <p:style>
            <a:lnRef idx="3">
              <a:schemeClr val="accent2"/>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nSpc>
                  <a:spcPct val="150000"/>
                </a:lnSpc>
                <a:buFont typeface="Arial" panose="020B0604020202020204" pitchFamily="34" charset="0"/>
                <a:buChar char="•"/>
              </a:pPr>
              <a:r>
                <a:rPr lang="zh-CN" altLang="en-US" sz="2400" b="1" dirty="0">
                  <a:solidFill>
                    <a:schemeClr val="tx1"/>
                  </a:solidFill>
                  <a:latin typeface="微软雅黑" panose="020B0503020204020204" pitchFamily="34" charset="-122"/>
                  <a:ea typeface="微软雅黑" panose="020B0503020204020204" pitchFamily="34" charset="-122"/>
                </a:rPr>
                <a:t>功能描述：</a:t>
              </a:r>
              <a:r>
                <a:rPr lang="zh-CN" altLang="en-US" sz="2400" dirty="0">
                  <a:solidFill>
                    <a:schemeClr val="tx1"/>
                  </a:solidFill>
                  <a:latin typeface="微软雅黑" panose="020B0503020204020204" pitchFamily="34" charset="-122"/>
                  <a:ea typeface="微软雅黑" panose="020B0503020204020204" pitchFamily="34" charset="-122"/>
                </a:rPr>
                <a:t>将标注人员最终校对完成的文本和精确时间戳提交保存。</a:t>
              </a:r>
              <a:endParaRPr lang="zh-CN" altLang="en-US" sz="24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400" b="1" dirty="0">
                  <a:solidFill>
                    <a:schemeClr val="tx1"/>
                  </a:solidFill>
                  <a:latin typeface="微软雅黑" panose="020B0503020204020204" pitchFamily="34" charset="-122"/>
                  <a:ea typeface="微软雅黑" panose="020B0503020204020204" pitchFamily="34" charset="-122"/>
                </a:rPr>
                <a:t>调用者</a:t>
              </a:r>
              <a:r>
                <a:rPr lang="zh-CN" altLang="en-US"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A-4</a:t>
              </a:r>
              <a:r>
                <a:rPr lang="zh-CN" altLang="en-US" sz="2400" dirty="0">
                  <a:solidFill>
                    <a:schemeClr val="tx1"/>
                  </a:solidFill>
                  <a:latin typeface="微软雅黑" panose="020B0503020204020204" pitchFamily="34" charset="-122"/>
                  <a:ea typeface="微软雅黑" panose="020B0503020204020204" pitchFamily="34" charset="-122"/>
                </a:rPr>
                <a:t>前端模块</a:t>
              </a:r>
              <a:endParaRPr lang="zh-CN" altLang="en-US" sz="2400" b="1"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400" b="1" dirty="0">
                  <a:solidFill>
                    <a:schemeClr val="tx1"/>
                  </a:solidFill>
                  <a:latin typeface="微软雅黑" panose="020B0503020204020204" pitchFamily="34" charset="-122"/>
                  <a:ea typeface="微软雅黑" panose="020B0503020204020204" pitchFamily="34" charset="-122"/>
                </a:rPr>
                <a:t>输入</a:t>
              </a:r>
              <a:r>
                <a:rPr lang="zh-CN" altLang="en-US" sz="2400" dirty="0">
                  <a:solidFill>
                    <a:schemeClr val="tx1"/>
                  </a:solidFill>
                  <a:latin typeface="微软雅黑" panose="020B0503020204020204" pitchFamily="34" charset="-122"/>
                  <a:ea typeface="微软雅黑" panose="020B0503020204020204" pitchFamily="34" charset="-122"/>
                </a:rPr>
                <a:t>：用户</a:t>
              </a:r>
              <a:r>
                <a:rPr lang="en-US" altLang="zh-CN" sz="2400" dirty="0">
                  <a:solidFill>
                    <a:schemeClr val="tx1"/>
                  </a:solidFill>
                  <a:latin typeface="微软雅黑" panose="020B0503020204020204" pitchFamily="34" charset="-122"/>
                  <a:ea typeface="微软雅黑" panose="020B0503020204020204" pitchFamily="34" charset="-122"/>
                </a:rPr>
                <a:t>ID</a:t>
              </a:r>
              <a:r>
                <a:rPr lang="zh-CN" altLang="en-US" sz="2400" dirty="0">
                  <a:solidFill>
                    <a:schemeClr val="tx1"/>
                  </a:solidFill>
                  <a:latin typeface="微软雅黑" panose="020B0503020204020204" pitchFamily="34" charset="-122"/>
                  <a:ea typeface="微软雅黑" panose="020B0503020204020204" pitchFamily="34" charset="-122"/>
                </a:rPr>
                <a:t>、录音</a:t>
              </a:r>
              <a:r>
                <a:rPr lang="en-US" altLang="zh-CN" sz="2400" dirty="0">
                  <a:solidFill>
                    <a:schemeClr val="tx1"/>
                  </a:solidFill>
                  <a:latin typeface="微软雅黑" panose="020B0503020204020204" pitchFamily="34" charset="-122"/>
                  <a:ea typeface="微软雅黑" panose="020B0503020204020204" pitchFamily="34" charset="-122"/>
                </a:rPr>
                <a:t>ID</a:t>
              </a:r>
              <a:r>
                <a:rPr lang="zh-CN" altLang="en-US" sz="2400" dirty="0">
                  <a:solidFill>
                    <a:schemeClr val="tx1"/>
                  </a:solidFill>
                  <a:latin typeface="微软雅黑" panose="020B0503020204020204" pitchFamily="34" charset="-122"/>
                  <a:ea typeface="微软雅黑" panose="020B0503020204020204" pitchFamily="34" charset="-122"/>
                </a:rPr>
                <a:t>、起止时间戳、定稿文本。</a:t>
              </a:r>
              <a:endParaRPr lang="zh-CN" altLang="en-US" sz="2400" b="1"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400" b="1" dirty="0">
                  <a:solidFill>
                    <a:schemeClr val="tx1"/>
                  </a:solidFill>
                  <a:latin typeface="微软雅黑" panose="020B0503020204020204" pitchFamily="34" charset="-122"/>
                  <a:ea typeface="微软雅黑" panose="020B0503020204020204" pitchFamily="34" charset="-122"/>
                </a:rPr>
                <a:t>输出</a:t>
              </a:r>
              <a:r>
                <a:rPr lang="zh-CN" altLang="en-US"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HTTP </a:t>
              </a:r>
              <a:r>
                <a:rPr lang="zh-CN" altLang="en-US" sz="2400" dirty="0">
                  <a:solidFill>
                    <a:schemeClr val="tx1"/>
                  </a:solidFill>
                  <a:latin typeface="微软雅黑" panose="020B0503020204020204" pitchFamily="34" charset="-122"/>
                  <a:ea typeface="微软雅黑" panose="020B0503020204020204" pitchFamily="34" charset="-122"/>
                </a:rPr>
                <a:t>状态码</a:t>
              </a:r>
              <a:r>
                <a:rPr lang="en-US" altLang="zh-CN" sz="2400" dirty="0">
                  <a:solidFill>
                    <a:schemeClr val="tx1"/>
                  </a:solidFill>
                  <a:latin typeface="微软雅黑" panose="020B0503020204020204" pitchFamily="34" charset="-122"/>
                  <a:ea typeface="微软雅黑" panose="020B0503020204020204" pitchFamily="34" charset="-122"/>
                </a:rPr>
                <a:t> 200/201 </a:t>
              </a:r>
              <a:r>
                <a:rPr lang="zh-CN" altLang="en-US" sz="2400" dirty="0">
                  <a:solidFill>
                    <a:schemeClr val="tx1"/>
                  </a:solidFill>
                  <a:latin typeface="微软雅黑" panose="020B0503020204020204" pitchFamily="34" charset="-122"/>
                  <a:ea typeface="微软雅黑" panose="020B0503020204020204" pitchFamily="34" charset="-122"/>
                </a:rPr>
                <a:t>及更新后的流水号。</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33" name="Rectangle 27"/>
            <p:cNvSpPr/>
            <p:nvPr/>
          </p:nvSpPr>
          <p:spPr>
            <a:xfrm>
              <a:off x="805616" y="1197028"/>
              <a:ext cx="1916635" cy="297380"/>
            </a:xfrm>
            <a:prstGeom prst="rect">
              <a:avLst/>
            </a:prstGeom>
          </p:spPr>
          <p:style>
            <a:lnRef idx="3">
              <a:schemeClr val="accent2"/>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chemeClr val="tx1"/>
                  </a:solidFill>
                  <a:latin typeface="微软雅黑" panose="020B0503020204020204" pitchFamily="34" charset="-122"/>
                  <a:ea typeface="微软雅黑" panose="020B0503020204020204" pitchFamily="34" charset="-122"/>
                </a:rPr>
                <a:t>标注成果提交接口</a:t>
              </a:r>
              <a:r>
                <a:rPr lang="en-US" altLang="zh-CN" b="1" dirty="0">
                  <a:solidFill>
                    <a:schemeClr val="tx1"/>
                  </a:solidFill>
                  <a:latin typeface="微软雅黑" panose="020B0503020204020204" pitchFamily="34" charset="-122"/>
                  <a:ea typeface="微软雅黑" panose="020B0503020204020204" pitchFamily="34" charset="-122"/>
                </a:rPr>
                <a:t>alphaapi003001</a:t>
              </a:r>
              <a:endParaRPr lang="en-US" altLang="zh-CN" b="1" dirty="0">
                <a:solidFill>
                  <a:schemeClr val="tx1"/>
                </a:solidFill>
                <a:latin typeface="微软雅黑" panose="020B0503020204020204" pitchFamily="34" charset="-122"/>
                <a:ea typeface="微软雅黑" panose="020B0503020204020204" pitchFamily="34" charset="-122"/>
              </a:endParaRPr>
            </a:p>
          </p:txBody>
        </p:sp>
      </p:grpSp>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noChangeArrowheads="1"/>
          </p:cNvPicPr>
          <p:nvPr/>
        </p:nvPicPr>
        <p:blipFill>
          <a:blip r:embed="rId1">
            <a:duotone>
              <a:schemeClr val="accent2">
                <a:shade val="45000"/>
                <a:satMod val="135000"/>
              </a:schemeClr>
              <a:prstClr val="white"/>
            </a:duotone>
            <a:lum contrast="36000"/>
          </a:blip>
          <a:srcRect/>
          <a:stretch>
            <a:fillRect/>
          </a:stretch>
        </p:blipFill>
        <p:spPr bwMode="auto">
          <a:xfrm>
            <a:off x="-20638" y="-28575"/>
            <a:ext cx="12233276" cy="6967538"/>
          </a:xfrm>
          <a:prstGeom prst="rect">
            <a:avLst/>
          </a:prstGeom>
          <a:noFill/>
          <a:ln w="9525">
            <a:noFill/>
            <a:miter lim="800000"/>
            <a:headEnd/>
            <a:tailEnd/>
          </a:ln>
        </p:spPr>
      </p:pic>
      <p:sp>
        <p:nvSpPr>
          <p:cNvPr id="8" name="矩形 7"/>
          <p:cNvSpPr/>
          <p:nvPr/>
        </p:nvSpPr>
        <p:spPr>
          <a:xfrm>
            <a:off x="1811307" y="2006734"/>
            <a:ext cx="8572560" cy="2143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5600" dirty="0">
                <a:latin typeface="微软雅黑" panose="020B0503020204020204" pitchFamily="34" charset="-122"/>
                <a:ea typeface="微软雅黑" panose="020B0503020204020204" pitchFamily="34" charset="-122"/>
              </a:rPr>
              <a:t>非功能性需求</a:t>
            </a:r>
            <a:endParaRPr lang="zh-CN" altLang="en-US" sz="5600" dirty="0">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非功能型</a:t>
            </a:r>
            <a:r>
              <a:rPr lang="zh-CN" altLang="en-US"/>
              <a:t>需求</a:t>
            </a:r>
            <a:endParaRPr lang="zh-CN" altLang="en-US"/>
          </a:p>
        </p:txBody>
      </p:sp>
      <p:sp>
        <p:nvSpPr>
          <p:cNvPr id="3" name="内容占位符 2"/>
          <p:cNvSpPr>
            <a:spLocks noGrp="1"/>
          </p:cNvSpPr>
          <p:nvPr>
            <p:ph idx="1"/>
          </p:nvPr>
        </p:nvSpPr>
        <p:spPr/>
        <p:txBody>
          <a:bodyPr/>
          <a:p>
            <a:r>
              <a:rPr lang="zh-CN" altLang="en-US"/>
              <a:t>性能需求</a:t>
            </a:r>
            <a:endParaRPr lang="zh-CN" altLang="en-US"/>
          </a:p>
          <a:p>
            <a:pPr marL="0" indent="457200">
              <a:buNone/>
            </a:pPr>
            <a:r>
              <a:rPr lang="zh-CN" altLang="en-US">
                <a:solidFill>
                  <a:srgbClr val="C00000"/>
                </a:solidFill>
              </a:rPr>
              <a:t>首屏加载时间</a:t>
            </a:r>
            <a:r>
              <a:rPr lang="zh-CN" altLang="en-US"/>
              <a:t>：前端静态资源加载及首次地图底图渲染时长应控制在</a:t>
            </a:r>
            <a:r>
              <a:rPr lang="en-US" altLang="zh-CN"/>
              <a:t> 3 </a:t>
            </a:r>
            <a:r>
              <a:rPr lang="zh-CN" altLang="en-US"/>
              <a:t>秒以内（依赖本地缓存策略）。</a:t>
            </a:r>
            <a:endParaRPr lang="zh-CN" altLang="en-US"/>
          </a:p>
          <a:p>
            <a:pPr marL="0" indent="457200">
              <a:buNone/>
            </a:pPr>
            <a:r>
              <a:rPr lang="zh-CN" altLang="en-US">
                <a:solidFill>
                  <a:srgbClr val="C00000"/>
                </a:solidFill>
              </a:rPr>
              <a:t>渲染流畅度</a:t>
            </a:r>
            <a:r>
              <a:rPr lang="zh-CN" altLang="en-US"/>
              <a:t>：在进行</a:t>
            </a:r>
            <a:r>
              <a:rPr lang="en-US" altLang="zh-CN"/>
              <a:t>“</a:t>
            </a:r>
            <a:r>
              <a:rPr lang="zh-CN" altLang="en-US"/>
              <a:t>时空漫游</a:t>
            </a:r>
            <a:r>
              <a:rPr lang="en-US" altLang="zh-CN"/>
              <a:t>”</a:t>
            </a:r>
            <a:r>
              <a:rPr lang="zh-CN" altLang="en-US"/>
              <a:t>时，地图帧率（</a:t>
            </a:r>
            <a:r>
              <a:rPr lang="en-US" altLang="zh-CN"/>
              <a:t>FPS</a:t>
            </a:r>
            <a:r>
              <a:rPr lang="zh-CN" altLang="en-US"/>
              <a:t>）应尽量保持在</a:t>
            </a:r>
            <a:r>
              <a:rPr lang="en-US" altLang="zh-CN"/>
              <a:t> 30 </a:t>
            </a:r>
            <a:r>
              <a:rPr lang="zh-CN" altLang="en-US"/>
              <a:t>帧以上，确保飞机图标移动无明显卡顿。</a:t>
            </a:r>
            <a:endParaRPr lang="zh-CN" altLang="en-US"/>
          </a:p>
          <a:p>
            <a:pPr marL="0" indent="457200">
              <a:buNone/>
            </a:pPr>
            <a:r>
              <a:rPr lang="zh-CN" altLang="en-US">
                <a:solidFill>
                  <a:srgbClr val="C00000"/>
                </a:solidFill>
              </a:rPr>
              <a:t>数据吞吐量</a:t>
            </a:r>
            <a:r>
              <a:rPr lang="zh-CN" altLang="en-US"/>
              <a:t>：前端能够稳定承载单次请求至少</a:t>
            </a:r>
            <a:r>
              <a:rPr lang="en-US" altLang="zh-CN"/>
              <a:t>10000</a:t>
            </a:r>
            <a:r>
              <a:rPr lang="zh-CN" altLang="en-US"/>
              <a:t>个航迹坐标点的解析与渲染。</a:t>
            </a:r>
            <a:endParaRPr lang="zh-CN" altLang="en-US"/>
          </a:p>
          <a:p>
            <a:r>
              <a:rPr lang="zh-CN" altLang="en-US"/>
              <a:t>兼容性需求</a:t>
            </a:r>
            <a:endParaRPr lang="zh-CN" altLang="en-US"/>
          </a:p>
          <a:p>
            <a:pPr marL="0" indent="457200">
              <a:buNone/>
            </a:pPr>
            <a:r>
              <a:rPr lang="zh-CN" altLang="en-US"/>
              <a:t>系统主要面向桌面端工作台使用，需确保在主流现代浏览上的</a:t>
            </a:r>
            <a:r>
              <a:rPr lang="en-US" altLang="zh-CN"/>
              <a:t> UI </a:t>
            </a:r>
            <a:r>
              <a:rPr lang="zh-CN" altLang="en-US"/>
              <a:t>表现一致及功能正常。不支持移动端适配。</a:t>
            </a:r>
            <a:endParaRPr lang="zh-CN" altLang="en-US"/>
          </a:p>
        </p:txBody>
      </p:sp>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005255" y="3269982"/>
            <a:ext cx="184666" cy="318036"/>
          </a:xfrm>
          <a:prstGeom prst="rect">
            <a:avLst/>
          </a:prstGeom>
        </p:spPr>
        <p:txBody>
          <a:bodyPr wrap="none">
            <a:spAutoFit/>
          </a:bodyPr>
          <a:lstStyle/>
          <a:p>
            <a:r>
              <a:rPr lang="zh-CN" altLang="en-US" baseline="30000"/>
              <a:t> </a:t>
            </a:r>
            <a:endParaRPr lang="zh-CN" altLang="en-US" dirty="0"/>
          </a:p>
        </p:txBody>
      </p:sp>
      <p:pic>
        <p:nvPicPr>
          <p:cNvPr id="3" name="图片 2" descr="未命名 2.p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83097"/>
            <a:ext cx="12218268" cy="5425133"/>
          </a:xfrm>
          <a:prstGeom prst="rect">
            <a:avLst/>
          </a:prstGeom>
        </p:spPr>
      </p:pic>
    </p:spTree>
  </p:cSld>
  <p:clrMapOvr>
    <a:masterClrMapping/>
  </p:clrMapOvr>
  <p:transition spd="slow">
    <p:push dir="u"/>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MH" val="20160830110146"/>
  <p:tag name="MH_LIBRARY" val="CONTENTS"/>
  <p:tag name="MH_TYPE" val="NUMBER"/>
  <p:tag name="ID" val="553512"/>
  <p:tag name="MH_ORDER" val="1"/>
  <p:tag name="KSO_WM_BEAUTIFY_FLAG" val=""/>
  <p:tag name="KSO_WM_DIAGRAM_VIRTUALLY_FRAME" val="{&quot;height&quot;:350.32047244094485,&quot;left&quot;:378.0849606299213,&quot;top&quot;:124.47952755905513,&quot;width&quot;:402.54582677165365}"/>
</p:tagLst>
</file>

<file path=ppt/tags/tag3.xml><?xml version="1.0" encoding="utf-8"?>
<p:tagLst xmlns:p="http://schemas.openxmlformats.org/presentationml/2006/main">
  <p:tag name="MH" val="20160830110146"/>
  <p:tag name="MH_LIBRARY" val="CONTENTS"/>
  <p:tag name="MH_TYPE" val="ENTRY"/>
  <p:tag name="ID" val="553512"/>
  <p:tag name="MH_ORDER" val="1"/>
  <p:tag name="KSO_WM_BEAUTIFY_FLAG" val=""/>
  <p:tag name="KSO_WM_DIAGRAM_VIRTUALLY_FRAME" val="{&quot;height&quot;:350.32047244094485,&quot;left&quot;:378.0849606299213,&quot;top&quot;:124.47952755905513,&quot;width&quot;:402.54582677165365}"/>
</p:tagLst>
</file>

<file path=ppt/tags/tag4.xml><?xml version="1.0" encoding="utf-8"?>
<p:tagLst xmlns:p="http://schemas.openxmlformats.org/presentationml/2006/main">
  <p:tag name="MH" val="20160830110146"/>
  <p:tag name="MH_LIBRARY" val="CONTENTS"/>
  <p:tag name="MH_TYPE" val="NUMBER"/>
  <p:tag name="ID" val="553512"/>
  <p:tag name="MH_ORDER" val="2"/>
  <p:tag name="KSO_WM_BEAUTIFY_FLAG" val=""/>
  <p:tag name="KSO_WM_DIAGRAM_VIRTUALLY_FRAME" val="{&quot;height&quot;:350.32047244094485,&quot;left&quot;:378.0849606299213,&quot;top&quot;:124.47952755905513,&quot;width&quot;:402.54582677165365}"/>
</p:tagLst>
</file>

<file path=ppt/tags/tag5.xml><?xml version="1.0" encoding="utf-8"?>
<p:tagLst xmlns:p="http://schemas.openxmlformats.org/presentationml/2006/main">
  <p:tag name="MH" val="20160830110146"/>
  <p:tag name="MH_LIBRARY" val="CONTENTS"/>
  <p:tag name="MH_TYPE" val="ENTRY"/>
  <p:tag name="ID" val="553512"/>
  <p:tag name="MH_ORDER" val="2"/>
  <p:tag name="KSO_WM_BEAUTIFY_FLAG" val=""/>
  <p:tag name="KSO_WM_DIAGRAM_VIRTUALLY_FRAME" val="{&quot;height&quot;:350.32047244094485,&quot;left&quot;:378.0849606299213,&quot;top&quot;:124.47952755905513,&quot;width&quot;:402.54582677165365}"/>
</p:tagLst>
</file>

<file path=ppt/tags/tag6.xml><?xml version="1.0" encoding="utf-8"?>
<p:tagLst xmlns:p="http://schemas.openxmlformats.org/presentationml/2006/main">
  <p:tag name="MH" val="20160830110146"/>
  <p:tag name="MH_LIBRARY" val="CONTENTS"/>
  <p:tag name="MH_TYPE" val="NUMBER"/>
  <p:tag name="ID" val="553512"/>
  <p:tag name="MH_ORDER" val="3"/>
  <p:tag name="KSO_WM_BEAUTIFY_FLAG" val=""/>
  <p:tag name="KSO_WM_DIAGRAM_VIRTUALLY_FRAME" val="{&quot;height&quot;:350.32047244094485,&quot;left&quot;:378.0849606299213,&quot;top&quot;:124.47952755905513,&quot;width&quot;:402.54582677165365}"/>
</p:tagLst>
</file>

<file path=ppt/tags/tag7.xml><?xml version="1.0" encoding="utf-8"?>
<p:tagLst xmlns:p="http://schemas.openxmlformats.org/presentationml/2006/main">
  <p:tag name="MH" val="20160830110146"/>
  <p:tag name="MH_LIBRARY" val="CONTENTS"/>
  <p:tag name="MH_TYPE" val="ENTRY"/>
  <p:tag name="ID" val="553512"/>
  <p:tag name="MH_ORDER" val="3"/>
  <p:tag name="KSO_WM_BEAUTIFY_FLAG" val=""/>
  <p:tag name="KSO_WM_DIAGRAM_VIRTUALLY_FRAME" val="{&quot;height&quot;:350.32047244094485,&quot;left&quot;:378.0849606299213,&quot;top&quot;:124.47952755905513,&quot;width&quot;:402.54582677165365}"/>
</p:tagLst>
</file>

<file path=ppt/tags/tag8.xml><?xml version="1.0" encoding="utf-8"?>
<p:tagLst xmlns:p="http://schemas.openxmlformats.org/presentationml/2006/main">
  <p:tag name="MH" val="20160830110146"/>
  <p:tag name="MH_LIBRARY" val="CONTENTS"/>
  <p:tag name="MH_TYPE" val="NUMBER"/>
  <p:tag name="ID" val="553512"/>
  <p:tag name="MH_ORDER" val="2"/>
  <p:tag name="KSO_WM_BEAUTIFY_FLAG" val=""/>
  <p:tag name="KSO_WM_DIAGRAM_VIRTUALLY_FRAME" val="{&quot;height&quot;:350.32047244094485,&quot;left&quot;:378.0849606299213,&quot;top&quot;:124.47952755905513,&quot;width&quot;:402.54582677165365}"/>
</p:tagLst>
</file>

<file path=ppt/tags/tag9.xml><?xml version="1.0" encoding="utf-8"?>
<p:tagLst xmlns:p="http://schemas.openxmlformats.org/presentationml/2006/main">
  <p:tag name="MH" val="20160830110146"/>
  <p:tag name="MH_LIBRARY" val="CONTENTS"/>
  <p:tag name="MH_TYPE" val="ENTRY"/>
  <p:tag name="ID" val="553512"/>
  <p:tag name="MH_ORDER" val="2"/>
  <p:tag name="KSO_WM_BEAUTIFY_FLAG" val=""/>
  <p:tag name="KSO_WM_DIAGRAM_VIRTUALLY_FRAME" val="{&quot;height&quot;:350.32047244094485,&quot;left&quot;:378.0849606299213,&quot;top&quot;:124.47952755905513,&quot;width&quot;:402.54582677165365}"/>
</p:tagLst>
</file>

<file path=ppt/tags/tag10.xml><?xml version="1.0" encoding="utf-8"?>
<p:tagLst xmlns:p="http://schemas.openxmlformats.org/presentationml/2006/main">
  <p:tag name="TABLE_ENDDRAG_ORIGIN_RECT" val="818*415"/>
  <p:tag name="TABLE_ENDDRAG_RECT" val="84*85*818*415"/>
</p:tagLst>
</file>

<file path=ppt/tags/tag11.xml><?xml version="1.0" encoding="utf-8"?>
<p:tagLst xmlns:p="http://schemas.openxmlformats.org/presentationml/2006/main">
  <p:tag name="KSO_WM_DIAGRAM_VIRTUALLY_FRAME" val="{&quot;height&quot;:400.4,&quot;left&quot;:9.55,&quot;top&quot;:82.35,&quot;width&quot;:949.15}"/>
</p:tagLst>
</file>

<file path=ppt/tags/tag12.xml><?xml version="1.0" encoding="utf-8"?>
<p:tagLst xmlns:p="http://schemas.openxmlformats.org/presentationml/2006/main">
  <p:tag name="KSO_WM_DIAGRAM_VIRTUALLY_FRAME" val="{&quot;height&quot;:400.4,&quot;left&quot;:9.55,&quot;top&quot;:82.35,&quot;width&quot;:949.15}"/>
</p:tagLst>
</file>

<file path=ppt/tags/tag13.xml><?xml version="1.0" encoding="utf-8"?>
<p:tagLst xmlns:p="http://schemas.openxmlformats.org/presentationml/2006/main">
  <p:tag name="KSO_WM_DIAGRAM_VIRTUALLY_FRAME" val="{&quot;height&quot;:400.4,&quot;left&quot;:9.55,&quot;top&quot;:82.35,&quot;width&quot;:949.15}"/>
</p:tagLst>
</file>

<file path=ppt/tags/tag14.xml><?xml version="1.0" encoding="utf-8"?>
<p:tagLst xmlns:p="http://schemas.openxmlformats.org/presentationml/2006/main">
  <p:tag name="KSO_WM_DIAGRAM_VIRTUALLY_FRAME" val="{&quot;height&quot;:400.4,&quot;left&quot;:9.55,&quot;top&quot;:82.35,&quot;width&quot;:949.15}"/>
</p:tagLst>
</file>

<file path=ppt/tags/tag15.xml><?xml version="1.0" encoding="utf-8"?>
<p:tagLst xmlns:p="http://schemas.openxmlformats.org/presentationml/2006/main">
  <p:tag name="KSO_WM_DIAGRAM_VIRTUALLY_FRAME" val="{&quot;height&quot;:400.4,&quot;left&quot;:9.55,&quot;top&quot;:82.35,&quot;width&quot;:949.15}"/>
</p:tagLst>
</file>

<file path=ppt/tags/tag16.xml><?xml version="1.0" encoding="utf-8"?>
<p:tagLst xmlns:p="http://schemas.openxmlformats.org/presentationml/2006/main">
  <p:tag name="KSO_WM_DIAGRAM_VIRTUALLY_FRAME" val="{&quot;height&quot;:400.4,&quot;left&quot;:9.55,&quot;top&quot;:82.35,&quot;width&quot;:949.15}"/>
</p:tagLst>
</file>

<file path=ppt/tags/tag17.xml><?xml version="1.0" encoding="utf-8"?>
<p:tagLst xmlns:p="http://schemas.openxmlformats.org/presentationml/2006/main">
  <p:tag name="TABLE_ENDDRAG_ORIGIN_RECT" val="818*439"/>
  <p:tag name="TABLE_ENDDRAG_RECT" val="77*77*818*439"/>
</p:tagLst>
</file>

<file path=ppt/tags/tag18.xml><?xml version="1.0" encoding="utf-8"?>
<p:tagLst xmlns:p="http://schemas.openxmlformats.org/presentationml/2006/main">
  <p:tag name="resource_record_key" val="{&quot;29&quot;:[5005333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bwMode="auto">
        <a:noFill/>
        <a:ln w="9525">
          <a:solidFill>
            <a:srgbClr val="00B0F0"/>
          </a:solidFill>
          <a:prstDash val="lgDash"/>
          <a:miter lim="800000"/>
        </a:ln>
      </a:spPr>
      <a:bodyPr wrap="square">
        <a:spAutoFit/>
      </a:bodyPr>
      <a:lstStyle>
        <a:defPPr eaLnBrk="1" hangingPunct="1">
          <a:defRPr sz="2800" b="1" dirty="0">
            <a:solidFill>
              <a:srgbClr val="00B0F0"/>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4539</Words>
  <Application>WPS 演示</Application>
  <PresentationFormat>自定义</PresentationFormat>
  <Paragraphs>476</Paragraphs>
  <Slides>18</Slides>
  <Notes>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18</vt:i4>
      </vt:variant>
    </vt:vector>
  </HeadingPairs>
  <TitlesOfParts>
    <vt:vector size="30" baseType="lpstr">
      <vt:lpstr>Arial</vt:lpstr>
      <vt:lpstr>宋体</vt:lpstr>
      <vt:lpstr>Wingdings</vt:lpstr>
      <vt:lpstr>Calibri</vt:lpstr>
      <vt:lpstr>微软雅黑</vt:lpstr>
      <vt:lpstr>义启萌妹体</vt:lpstr>
      <vt:lpstr>Times New Roman</vt:lpstr>
      <vt:lpstr>Arial Unicode MS</vt:lpstr>
      <vt:lpstr>Calibri</vt:lpstr>
      <vt:lpstr>Times New Roman</vt:lpstr>
      <vt:lpstr>Arial</vt:lpstr>
      <vt:lpstr>Office 主题</vt:lpstr>
      <vt:lpstr>PowerPoint 演示文稿</vt:lpstr>
      <vt:lpstr>PowerPoint 演示文稿</vt:lpstr>
      <vt:lpstr>PowerPoint 演示文稿</vt:lpstr>
      <vt:lpstr>需求说明</vt:lpstr>
      <vt:lpstr>PowerPoint 演示文稿</vt:lpstr>
      <vt:lpstr>PowerPoint 演示文稿</vt:lpstr>
      <vt:lpstr>PowerPoint 演示文稿</vt:lpstr>
      <vt:lpstr>用户身份鉴权alphabiz001001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迅联数字化生态解决模式</dc:title>
  <dc:creator>sunyiwen</dc:creator>
  <cp:lastModifiedBy>cd</cp:lastModifiedBy>
  <cp:revision>1650</cp:revision>
  <dcterms:created xsi:type="dcterms:W3CDTF">2014-10-10T10:55:00Z</dcterms:created>
  <dcterms:modified xsi:type="dcterms:W3CDTF">2026-03-30T07:34:19Z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2052-12.1.0.23539</vt:lpwstr>
  </property>
  <property fmtid="{D5CDD505-2E9C-101B-9397-08002B2CF9AE}" pid="3" name="ICV">
    <vt:lpwstr>46A3E3ABBFCC40AFB79764A918ACB3FC_13</vt:lpwstr>
  </property>
</Properties>
</file>